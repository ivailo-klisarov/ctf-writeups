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37.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39.xml"/>
  <Override ContentType="application/vnd.openxmlformats-officedocument.presentationml.slideLayout+xml" PartName="/ppt/slideLayouts/slideLayout35.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3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87"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Lst>
  <p:sldSz cy="5143500" cx="9144000"/>
  <p:notesSz cx="6858000" cy="9144000"/>
  <p:embeddedFontLst>
    <p:embeddedFont>
      <p:font typeface="Urbanist Medium"/>
      <p:regular r:id="rId23"/>
      <p:bold r:id="rId24"/>
      <p:italic r:id="rId25"/>
      <p:boldItalic r:id="rId26"/>
    </p:embeddedFont>
    <p:embeddedFont>
      <p:font typeface="Urbanist SemiBold"/>
      <p:regular r:id="rId27"/>
      <p:bold r:id="rId28"/>
      <p:italic r:id="rId29"/>
      <p:boldItalic r:id="rId30"/>
    </p:embeddedFont>
    <p:embeddedFont>
      <p:font typeface="Urbanist"/>
      <p:regular r:id="rId31"/>
      <p:bold r:id="rId32"/>
      <p:italic r:id="rId33"/>
      <p:boldItalic r:id="rId34"/>
    </p:embeddedFont>
    <p:embeddedFont>
      <p:font typeface="Roboto Mono"/>
      <p:regular r:id="rId35"/>
      <p:bold r:id="rId36"/>
      <p:italic r:id="rId37"/>
      <p:boldItalic r:id="rId3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font" Target="fonts/UrbanistMedium-bold.fntdata"/><Relationship Id="rId23" Type="http://schemas.openxmlformats.org/officeDocument/2006/relationships/font" Target="fonts/UrbanistMedium-regular.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UrbanistMedium-boldItalic.fntdata"/><Relationship Id="rId25" Type="http://schemas.openxmlformats.org/officeDocument/2006/relationships/font" Target="fonts/UrbanistMedium-italic.fntdata"/><Relationship Id="rId28" Type="http://schemas.openxmlformats.org/officeDocument/2006/relationships/font" Target="fonts/UrbanistSemiBold-bold.fntdata"/><Relationship Id="rId27" Type="http://schemas.openxmlformats.org/officeDocument/2006/relationships/font" Target="fonts/UrbanistSemiBold-regular.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UrbanistSemiBold-italic.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Urbanist-regular.fntdata"/><Relationship Id="rId30" Type="http://schemas.openxmlformats.org/officeDocument/2006/relationships/font" Target="fonts/UrbanistSemiBold-boldItalic.fntdata"/><Relationship Id="rId11" Type="http://schemas.openxmlformats.org/officeDocument/2006/relationships/slide" Target="slides/slide6.xml"/><Relationship Id="rId33" Type="http://schemas.openxmlformats.org/officeDocument/2006/relationships/font" Target="fonts/Urbanist-italic.fntdata"/><Relationship Id="rId10" Type="http://schemas.openxmlformats.org/officeDocument/2006/relationships/slide" Target="slides/slide5.xml"/><Relationship Id="rId32" Type="http://schemas.openxmlformats.org/officeDocument/2006/relationships/font" Target="fonts/Urbanist-bold.fntdata"/><Relationship Id="rId13" Type="http://schemas.openxmlformats.org/officeDocument/2006/relationships/slide" Target="slides/slide8.xml"/><Relationship Id="rId35" Type="http://schemas.openxmlformats.org/officeDocument/2006/relationships/font" Target="fonts/RobotoMono-regular.fntdata"/><Relationship Id="rId12" Type="http://schemas.openxmlformats.org/officeDocument/2006/relationships/slide" Target="slides/slide7.xml"/><Relationship Id="rId34" Type="http://schemas.openxmlformats.org/officeDocument/2006/relationships/font" Target="fonts/Urbanist-boldItalic.fntdata"/><Relationship Id="rId15" Type="http://schemas.openxmlformats.org/officeDocument/2006/relationships/slide" Target="slides/slide10.xml"/><Relationship Id="rId37" Type="http://schemas.openxmlformats.org/officeDocument/2006/relationships/font" Target="fonts/RobotoMono-italic.fntdata"/><Relationship Id="rId14" Type="http://schemas.openxmlformats.org/officeDocument/2006/relationships/slide" Target="slides/slide9.xml"/><Relationship Id="rId36" Type="http://schemas.openxmlformats.org/officeDocument/2006/relationships/font" Target="fonts/RobotoMono-bold.fntdata"/><Relationship Id="rId17" Type="http://schemas.openxmlformats.org/officeDocument/2006/relationships/slide" Target="slides/slide12.xml"/><Relationship Id="rId16" Type="http://schemas.openxmlformats.org/officeDocument/2006/relationships/slide" Target="slides/slide11.xml"/><Relationship Id="rId38" Type="http://schemas.openxmlformats.org/officeDocument/2006/relationships/font" Target="fonts/RobotoMono-boldItalic.fntdata"/><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3" name="Shape 433"/>
        <p:cNvGrpSpPr/>
        <p:nvPr/>
      </p:nvGrpSpPr>
      <p:grpSpPr>
        <a:xfrm>
          <a:off x="0" y="0"/>
          <a:ext cx="0" cy="0"/>
          <a:chOff x="0" y="0"/>
          <a:chExt cx="0" cy="0"/>
        </a:xfrm>
      </p:grpSpPr>
      <p:sp>
        <p:nvSpPr>
          <p:cNvPr id="434" name="Google Shape;434;g3e15b2a77d5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5" name="Google Shape;435;g3e15b2a77d5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1" name="Shape 441"/>
        <p:cNvGrpSpPr/>
        <p:nvPr/>
      </p:nvGrpSpPr>
      <p:grpSpPr>
        <a:xfrm>
          <a:off x="0" y="0"/>
          <a:ext cx="0" cy="0"/>
          <a:chOff x="0" y="0"/>
          <a:chExt cx="0" cy="0"/>
        </a:xfrm>
      </p:grpSpPr>
      <p:sp>
        <p:nvSpPr>
          <p:cNvPr id="442" name="Google Shape;442;g3e15b2a77d5_0_4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3" name="Google Shape;443;g3e15b2a77d5_0_4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1" name="Shape 481"/>
        <p:cNvGrpSpPr/>
        <p:nvPr/>
      </p:nvGrpSpPr>
      <p:grpSpPr>
        <a:xfrm>
          <a:off x="0" y="0"/>
          <a:ext cx="0" cy="0"/>
          <a:chOff x="0" y="0"/>
          <a:chExt cx="0" cy="0"/>
        </a:xfrm>
      </p:grpSpPr>
      <p:sp>
        <p:nvSpPr>
          <p:cNvPr id="482" name="Google Shape;482;g3e15b2a77d5_0_5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3" name="Google Shape;483;g3e15b2a77d5_0_5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9" name="Shape 489"/>
        <p:cNvGrpSpPr/>
        <p:nvPr/>
      </p:nvGrpSpPr>
      <p:grpSpPr>
        <a:xfrm>
          <a:off x="0" y="0"/>
          <a:ext cx="0" cy="0"/>
          <a:chOff x="0" y="0"/>
          <a:chExt cx="0" cy="0"/>
        </a:xfrm>
      </p:grpSpPr>
      <p:sp>
        <p:nvSpPr>
          <p:cNvPr id="490" name="Google Shape;490;g3e15b2a77d5_0_5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1" name="Google Shape;491;g3e15b2a77d5_0_5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7" name="Shape 497"/>
        <p:cNvGrpSpPr/>
        <p:nvPr/>
      </p:nvGrpSpPr>
      <p:grpSpPr>
        <a:xfrm>
          <a:off x="0" y="0"/>
          <a:ext cx="0" cy="0"/>
          <a:chOff x="0" y="0"/>
          <a:chExt cx="0" cy="0"/>
        </a:xfrm>
      </p:grpSpPr>
      <p:sp>
        <p:nvSpPr>
          <p:cNvPr id="498" name="Google Shape;498;g3e15b2a77d5_0_5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9" name="Google Shape;499;g3e15b2a77d5_0_5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4" name="Shape 504"/>
        <p:cNvGrpSpPr/>
        <p:nvPr/>
      </p:nvGrpSpPr>
      <p:grpSpPr>
        <a:xfrm>
          <a:off x="0" y="0"/>
          <a:ext cx="0" cy="0"/>
          <a:chOff x="0" y="0"/>
          <a:chExt cx="0" cy="0"/>
        </a:xfrm>
      </p:grpSpPr>
      <p:sp>
        <p:nvSpPr>
          <p:cNvPr id="505" name="Google Shape;505;g3e15b2a77d5_0_5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6" name="Google Shape;506;g3e15b2a77d5_0_5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3" name="Shape 513"/>
        <p:cNvGrpSpPr/>
        <p:nvPr/>
      </p:nvGrpSpPr>
      <p:grpSpPr>
        <a:xfrm>
          <a:off x="0" y="0"/>
          <a:ext cx="0" cy="0"/>
          <a:chOff x="0" y="0"/>
          <a:chExt cx="0" cy="0"/>
        </a:xfrm>
      </p:grpSpPr>
      <p:sp>
        <p:nvSpPr>
          <p:cNvPr id="514" name="Google Shape;514;g3e15b2a77d5_0_5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5" name="Google Shape;515;g3e15b2a77d5_0_5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3" name="Shape 523"/>
        <p:cNvGrpSpPr/>
        <p:nvPr/>
      </p:nvGrpSpPr>
      <p:grpSpPr>
        <a:xfrm>
          <a:off x="0" y="0"/>
          <a:ext cx="0" cy="0"/>
          <a:chOff x="0" y="0"/>
          <a:chExt cx="0" cy="0"/>
        </a:xfrm>
      </p:grpSpPr>
      <p:sp>
        <p:nvSpPr>
          <p:cNvPr id="524" name="Google Shape;524;g3e15b2a77d5_0_5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5" name="Google Shape;525;g3e15b2a77d5_0_5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2" name="Shape 532"/>
        <p:cNvGrpSpPr/>
        <p:nvPr/>
      </p:nvGrpSpPr>
      <p:grpSpPr>
        <a:xfrm>
          <a:off x="0" y="0"/>
          <a:ext cx="0" cy="0"/>
          <a:chOff x="0" y="0"/>
          <a:chExt cx="0" cy="0"/>
        </a:xfrm>
      </p:grpSpPr>
      <p:sp>
        <p:nvSpPr>
          <p:cNvPr id="533" name="Google Shape;533;g3e15b2a77d5_1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4" name="Google Shape;534;g3e15b2a77d5_1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9" name="Shape 539"/>
        <p:cNvGrpSpPr/>
        <p:nvPr/>
      </p:nvGrpSpPr>
      <p:grpSpPr>
        <a:xfrm>
          <a:off x="0" y="0"/>
          <a:ext cx="0" cy="0"/>
          <a:chOff x="0" y="0"/>
          <a:chExt cx="0" cy="0"/>
        </a:xfrm>
      </p:grpSpPr>
      <p:sp>
        <p:nvSpPr>
          <p:cNvPr id="540" name="Google Shape;540;g3e18704700f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1" name="Google Shape;541;g3e18704700f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6" name="Shape 556"/>
        <p:cNvGrpSpPr/>
        <p:nvPr/>
      </p:nvGrpSpPr>
      <p:grpSpPr>
        <a:xfrm>
          <a:off x="0" y="0"/>
          <a:ext cx="0" cy="0"/>
          <a:chOff x="0" y="0"/>
          <a:chExt cx="0" cy="0"/>
        </a:xfrm>
      </p:grpSpPr>
      <p:sp>
        <p:nvSpPr>
          <p:cNvPr id="557" name="Google Shape;557;g3e18704700f_0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8" name="Google Shape;558;g3e18704700f_0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4" name="Shape 564"/>
        <p:cNvGrpSpPr/>
        <p:nvPr/>
      </p:nvGrpSpPr>
      <p:grpSpPr>
        <a:xfrm>
          <a:off x="0" y="0"/>
          <a:ext cx="0" cy="0"/>
          <a:chOff x="0" y="0"/>
          <a:chExt cx="0" cy="0"/>
        </a:xfrm>
      </p:grpSpPr>
      <p:sp>
        <p:nvSpPr>
          <p:cNvPr id="565" name="Google Shape;565;g3e27ac5c53a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6" name="Google Shape;566;g3e27ac5c53a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1" name="Shape 571"/>
        <p:cNvGrpSpPr/>
        <p:nvPr/>
      </p:nvGrpSpPr>
      <p:grpSpPr>
        <a:xfrm>
          <a:off x="0" y="0"/>
          <a:ext cx="0" cy="0"/>
          <a:chOff x="0" y="0"/>
          <a:chExt cx="0" cy="0"/>
        </a:xfrm>
      </p:grpSpPr>
      <p:sp>
        <p:nvSpPr>
          <p:cNvPr id="572" name="Google Shape;572;g3e27ac5c53a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3" name="Google Shape;573;g3e27ac5c53a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9" name="Shape 579"/>
        <p:cNvGrpSpPr/>
        <p:nvPr/>
      </p:nvGrpSpPr>
      <p:grpSpPr>
        <a:xfrm>
          <a:off x="0" y="0"/>
          <a:ext cx="0" cy="0"/>
          <a:chOff x="0" y="0"/>
          <a:chExt cx="0" cy="0"/>
        </a:xfrm>
      </p:grpSpPr>
      <p:sp>
        <p:nvSpPr>
          <p:cNvPr id="580" name="Google Shape;580;g3e27ac5c53a_0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1" name="Google Shape;581;g3e27ac5c53a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6" name="Shape 586"/>
        <p:cNvGrpSpPr/>
        <p:nvPr/>
      </p:nvGrpSpPr>
      <p:grpSpPr>
        <a:xfrm>
          <a:off x="0" y="0"/>
          <a:ext cx="0" cy="0"/>
          <a:chOff x="0" y="0"/>
          <a:chExt cx="0" cy="0"/>
        </a:xfrm>
      </p:grpSpPr>
      <p:sp>
        <p:nvSpPr>
          <p:cNvPr id="587" name="Google Shape;587;g3e27ac5c53a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8" name="Google Shape;588;g3e27ac5c53a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4" name="Shape 594"/>
        <p:cNvGrpSpPr/>
        <p:nvPr/>
      </p:nvGrpSpPr>
      <p:grpSpPr>
        <a:xfrm>
          <a:off x="0" y="0"/>
          <a:ext cx="0" cy="0"/>
          <a:chOff x="0" y="0"/>
          <a:chExt cx="0" cy="0"/>
        </a:xfrm>
      </p:grpSpPr>
      <p:sp>
        <p:nvSpPr>
          <p:cNvPr id="595" name="Google Shape;595;g3e27ac5c53a_0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6" name="Google Shape;596;g3e27ac5c53a_0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2" name="Shape 602"/>
        <p:cNvGrpSpPr/>
        <p:nvPr/>
      </p:nvGrpSpPr>
      <p:grpSpPr>
        <a:xfrm>
          <a:off x="0" y="0"/>
          <a:ext cx="0" cy="0"/>
          <a:chOff x="0" y="0"/>
          <a:chExt cx="0" cy="0"/>
        </a:xfrm>
      </p:grpSpPr>
      <p:sp>
        <p:nvSpPr>
          <p:cNvPr id="603" name="Google Shape;603;g3e27ac5c53a_1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4" name="Google Shape;604;g3e27ac5c53a_1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jp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ALT 1">
  <p:cSld name="BLANK_4">
    <p:spTree>
      <p:nvGrpSpPr>
        <p:cNvPr id="9" name="Shape 9"/>
        <p:cNvGrpSpPr/>
        <p:nvPr/>
      </p:nvGrpSpPr>
      <p:grpSpPr>
        <a:xfrm>
          <a:off x="0" y="0"/>
          <a:ext cx="0" cy="0"/>
          <a:chOff x="0" y="0"/>
          <a:chExt cx="0" cy="0"/>
        </a:xfrm>
      </p:grpSpPr>
      <p:pic>
        <p:nvPicPr>
          <p:cNvPr id="10" name="Google Shape;10;p2"/>
          <p:cNvPicPr preferRelativeResize="0"/>
          <p:nvPr/>
        </p:nvPicPr>
        <p:blipFill rotWithShape="1">
          <a:blip r:embed="rId2">
            <a:alphaModFix amt="50000"/>
          </a:blip>
          <a:srcRect b="8145" l="3134" r="7835" t="16786"/>
          <a:stretch/>
        </p:blipFill>
        <p:spPr>
          <a:xfrm flipH="1" rot="10800000">
            <a:off x="0" y="-3474"/>
            <a:ext cx="9161550" cy="5154499"/>
          </a:xfrm>
          <a:prstGeom prst="rect">
            <a:avLst/>
          </a:prstGeom>
          <a:noFill/>
          <a:ln>
            <a:noFill/>
          </a:ln>
        </p:spPr>
      </p:pic>
      <p:sp>
        <p:nvSpPr>
          <p:cNvPr id="11" name="Google Shape;11;p2"/>
          <p:cNvSpPr/>
          <p:nvPr/>
        </p:nvSpPr>
        <p:spPr>
          <a:xfrm flipH="1" rot="10800000">
            <a:off x="0" y="4676700"/>
            <a:ext cx="9149700" cy="466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12" name="Google Shape;12;p2"/>
          <p:cNvSpPr txBox="1"/>
          <p:nvPr>
            <p:ph idx="1" type="subTitle"/>
          </p:nvPr>
        </p:nvSpPr>
        <p:spPr>
          <a:xfrm>
            <a:off x="228600" y="1738950"/>
            <a:ext cx="4402800" cy="252000"/>
          </a:xfrm>
          <a:prstGeom prst="rect">
            <a:avLst/>
          </a:prstGeom>
        </p:spPr>
        <p:txBody>
          <a:bodyPr anchorCtr="0" anchor="t" bIns="0" lIns="0" spcFirstLastPara="1" rIns="0" wrap="square" tIns="0">
            <a:noAutofit/>
          </a:bodyPr>
          <a:lstStyle>
            <a:lvl1pPr lvl="0">
              <a:spcBef>
                <a:spcPts val="0"/>
              </a:spcBef>
              <a:spcAft>
                <a:spcPts val="0"/>
              </a:spcAft>
              <a:buClr>
                <a:schemeClr val="dk2"/>
              </a:buClr>
              <a:buSzPts val="1600"/>
              <a:buFont typeface="Urbanist"/>
              <a:buNone/>
              <a:defRPr>
                <a:solidFill>
                  <a:schemeClr val="dk2"/>
                </a:solidFill>
              </a:defRPr>
            </a:lvl1pPr>
            <a:lvl2pPr lvl="1">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2pPr>
            <a:lvl3pPr lvl="2">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3pPr>
            <a:lvl4pPr lvl="3">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4pPr>
            <a:lvl5pPr lvl="4">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5pPr>
            <a:lvl6pPr lvl="5">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6pPr>
            <a:lvl7pPr lvl="6">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7pPr>
            <a:lvl8pPr lvl="7">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8pPr>
            <a:lvl9pPr lvl="8">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9pPr>
          </a:lstStyle>
          <a:p/>
        </p:txBody>
      </p:sp>
      <p:sp>
        <p:nvSpPr>
          <p:cNvPr id="13" name="Google Shape;13;p2"/>
          <p:cNvSpPr txBox="1"/>
          <p:nvPr>
            <p:ph idx="2" type="subTitle"/>
          </p:nvPr>
        </p:nvSpPr>
        <p:spPr>
          <a:xfrm>
            <a:off x="320625" y="4675975"/>
            <a:ext cx="27000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14" name="Google Shape;14;p2"/>
          <p:cNvSpPr txBox="1"/>
          <p:nvPr>
            <p:ph idx="3" type="subTitle"/>
          </p:nvPr>
        </p:nvSpPr>
        <p:spPr>
          <a:xfrm>
            <a:off x="4716740" y="4675975"/>
            <a:ext cx="22947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15" name="Google Shape;15;p2"/>
          <p:cNvSpPr txBox="1"/>
          <p:nvPr>
            <p:ph idx="4" type="subTitle"/>
          </p:nvPr>
        </p:nvSpPr>
        <p:spPr>
          <a:xfrm>
            <a:off x="6859200" y="4683725"/>
            <a:ext cx="2056500" cy="228600"/>
          </a:xfrm>
          <a:prstGeom prst="rect">
            <a:avLst/>
          </a:prstGeom>
        </p:spPr>
        <p:txBody>
          <a:bodyPr anchorCtr="0" anchor="b" bIns="0" lIns="0" spcFirstLastPara="1" rIns="0" wrap="square" tIns="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16" name="Google Shape;16;p2"/>
          <p:cNvSpPr/>
          <p:nvPr/>
        </p:nvSpPr>
        <p:spPr>
          <a:xfrm>
            <a:off x="228600" y="4837500"/>
            <a:ext cx="48900" cy="48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17" name="Google Shape;17;p2"/>
          <p:cNvSpPr/>
          <p:nvPr/>
        </p:nvSpPr>
        <p:spPr>
          <a:xfrm>
            <a:off x="4618950" y="4839000"/>
            <a:ext cx="45900" cy="45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18" name="Google Shape;18;p2"/>
          <p:cNvSpPr txBox="1"/>
          <p:nvPr>
            <p:ph type="title"/>
          </p:nvPr>
        </p:nvSpPr>
        <p:spPr>
          <a:xfrm>
            <a:off x="228600" y="228600"/>
            <a:ext cx="6658800" cy="1419000"/>
          </a:xfrm>
          <a:prstGeom prst="rect">
            <a:avLst/>
          </a:prstGeom>
        </p:spPr>
        <p:txBody>
          <a:bodyPr anchorCtr="0" anchor="t" bIns="0" lIns="0" spcFirstLastPara="1" rIns="0" wrap="square" tIns="0">
            <a:noAutofit/>
          </a:bodyPr>
          <a:lstStyle>
            <a:lvl1pPr lvl="0">
              <a:lnSpc>
                <a:spcPct val="85000"/>
              </a:lnSpc>
              <a:spcBef>
                <a:spcPts val="0"/>
              </a:spcBef>
              <a:spcAft>
                <a:spcPts val="0"/>
              </a:spcAft>
              <a:buNone/>
              <a:defRPr sz="4800">
                <a:solidFill>
                  <a:schemeClr val="dk2"/>
                </a:solidFill>
              </a:defRPr>
            </a:lvl1pPr>
            <a:lvl2pPr lvl="1">
              <a:lnSpc>
                <a:spcPct val="85000"/>
              </a:lnSpc>
              <a:spcBef>
                <a:spcPts val="0"/>
              </a:spcBef>
              <a:spcAft>
                <a:spcPts val="0"/>
              </a:spcAft>
              <a:buNone/>
              <a:defRPr sz="4800">
                <a:solidFill>
                  <a:schemeClr val="dk2"/>
                </a:solidFill>
              </a:defRPr>
            </a:lvl2pPr>
            <a:lvl3pPr lvl="2">
              <a:lnSpc>
                <a:spcPct val="85000"/>
              </a:lnSpc>
              <a:spcBef>
                <a:spcPts val="0"/>
              </a:spcBef>
              <a:spcAft>
                <a:spcPts val="0"/>
              </a:spcAft>
              <a:buNone/>
              <a:defRPr sz="4800">
                <a:solidFill>
                  <a:schemeClr val="dk2"/>
                </a:solidFill>
              </a:defRPr>
            </a:lvl3pPr>
            <a:lvl4pPr lvl="3">
              <a:lnSpc>
                <a:spcPct val="85000"/>
              </a:lnSpc>
              <a:spcBef>
                <a:spcPts val="0"/>
              </a:spcBef>
              <a:spcAft>
                <a:spcPts val="0"/>
              </a:spcAft>
              <a:buNone/>
              <a:defRPr sz="4800">
                <a:solidFill>
                  <a:schemeClr val="dk2"/>
                </a:solidFill>
              </a:defRPr>
            </a:lvl4pPr>
            <a:lvl5pPr lvl="4">
              <a:lnSpc>
                <a:spcPct val="85000"/>
              </a:lnSpc>
              <a:spcBef>
                <a:spcPts val="0"/>
              </a:spcBef>
              <a:spcAft>
                <a:spcPts val="0"/>
              </a:spcAft>
              <a:buNone/>
              <a:defRPr sz="4800">
                <a:solidFill>
                  <a:schemeClr val="dk2"/>
                </a:solidFill>
              </a:defRPr>
            </a:lvl5pPr>
            <a:lvl6pPr lvl="5">
              <a:lnSpc>
                <a:spcPct val="85000"/>
              </a:lnSpc>
              <a:spcBef>
                <a:spcPts val="0"/>
              </a:spcBef>
              <a:spcAft>
                <a:spcPts val="0"/>
              </a:spcAft>
              <a:buNone/>
              <a:defRPr sz="4800">
                <a:solidFill>
                  <a:schemeClr val="dk2"/>
                </a:solidFill>
              </a:defRPr>
            </a:lvl6pPr>
            <a:lvl7pPr lvl="6">
              <a:lnSpc>
                <a:spcPct val="85000"/>
              </a:lnSpc>
              <a:spcBef>
                <a:spcPts val="0"/>
              </a:spcBef>
              <a:spcAft>
                <a:spcPts val="0"/>
              </a:spcAft>
              <a:buNone/>
              <a:defRPr sz="4800">
                <a:solidFill>
                  <a:schemeClr val="dk2"/>
                </a:solidFill>
              </a:defRPr>
            </a:lvl7pPr>
            <a:lvl8pPr lvl="7">
              <a:lnSpc>
                <a:spcPct val="85000"/>
              </a:lnSpc>
              <a:spcBef>
                <a:spcPts val="0"/>
              </a:spcBef>
              <a:spcAft>
                <a:spcPts val="0"/>
              </a:spcAft>
              <a:buNone/>
              <a:defRPr sz="4800">
                <a:solidFill>
                  <a:schemeClr val="dk2"/>
                </a:solidFill>
              </a:defRPr>
            </a:lvl8pPr>
            <a:lvl9pPr lvl="8">
              <a:lnSpc>
                <a:spcPct val="85000"/>
              </a:lnSpc>
              <a:spcBef>
                <a:spcPts val="0"/>
              </a:spcBef>
              <a:spcAft>
                <a:spcPts val="0"/>
              </a:spcAft>
              <a:buNone/>
              <a:defRPr sz="4800">
                <a:solidFill>
                  <a:schemeClr val="dk2"/>
                </a:solidFill>
              </a:defRPr>
            </a:lvl9pPr>
          </a:lstStyle>
          <a:p/>
        </p:txBody>
      </p:sp>
      <p:cxnSp>
        <p:nvCxnSpPr>
          <p:cNvPr id="19" name="Google Shape;19;p2"/>
          <p:cNvCxnSpPr/>
          <p:nvPr/>
        </p:nvCxnSpPr>
        <p:spPr>
          <a:xfrm>
            <a:off x="238800" y="4683300"/>
            <a:ext cx="8676900" cy="0"/>
          </a:xfrm>
          <a:prstGeom prst="straightConnector1">
            <a:avLst/>
          </a:prstGeom>
          <a:noFill/>
          <a:ln cap="flat" cmpd="sng" w="9525">
            <a:solidFill>
              <a:schemeClr val="accent1"/>
            </a:solidFill>
            <a:prstDash val="solid"/>
            <a:round/>
            <a:headEnd len="med" w="med" type="none"/>
            <a:tailEnd len="med" w="med" type="none"/>
          </a:ln>
        </p:spPr>
      </p:cxnSp>
      <p:sp>
        <p:nvSpPr>
          <p:cNvPr id="20" name="Google Shape;20;p2"/>
          <p:cNvSpPr txBox="1"/>
          <p:nvPr>
            <p:ph idx="5" type="subTitle"/>
          </p:nvPr>
        </p:nvSpPr>
        <p:spPr>
          <a:xfrm>
            <a:off x="297075" y="4175900"/>
            <a:ext cx="1264800" cy="228600"/>
          </a:xfrm>
          <a:prstGeom prst="rect">
            <a:avLst/>
          </a:prstGeom>
        </p:spPr>
        <p:txBody>
          <a:bodyPr anchorCtr="0" anchor="t" bIns="0" lIns="0" spcFirstLastPara="1" rIns="0" wrap="square" tIns="0">
            <a:noAutofit/>
          </a:bodyPr>
          <a:lstStyle>
            <a:lvl1pPr lvl="0" algn="ctr">
              <a:spcBef>
                <a:spcPts val="0"/>
              </a:spcBef>
              <a:spcAft>
                <a:spcPts val="0"/>
              </a:spcAft>
              <a:buClr>
                <a:schemeClr val="lt1"/>
              </a:buClr>
              <a:buSzPts val="1200"/>
              <a:buFont typeface="Urbanist"/>
              <a:buNone/>
              <a:defRPr sz="1200"/>
            </a:lvl1pPr>
            <a:lvl2pPr lvl="1"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2pPr>
            <a:lvl3pPr lvl="2"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3pPr>
            <a:lvl4pPr lvl="3"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4pPr>
            <a:lvl5pPr lvl="4"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5pPr>
            <a:lvl6pPr lvl="5"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6pPr>
            <a:lvl7pPr lvl="6"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7pPr>
            <a:lvl8pPr lvl="7"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8pPr>
            <a:lvl9pPr lvl="8"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9pPr>
          </a:lstStyle>
          <a:p/>
        </p:txBody>
      </p:sp>
      <p:sp>
        <p:nvSpPr>
          <p:cNvPr id="21" name="Google Shape;21;p2"/>
          <p:cNvSpPr txBox="1"/>
          <p:nvPr>
            <p:ph idx="6" type="subTitle"/>
          </p:nvPr>
        </p:nvSpPr>
        <p:spPr>
          <a:xfrm>
            <a:off x="1786375" y="4175900"/>
            <a:ext cx="1264800" cy="228600"/>
          </a:xfrm>
          <a:prstGeom prst="rect">
            <a:avLst/>
          </a:prstGeom>
        </p:spPr>
        <p:txBody>
          <a:bodyPr anchorCtr="0" anchor="t" bIns="0" lIns="0" spcFirstLastPara="1" rIns="0" wrap="square" tIns="0">
            <a:noAutofit/>
          </a:bodyPr>
          <a:lstStyle>
            <a:lvl1pPr lvl="0" algn="ctr">
              <a:spcBef>
                <a:spcPts val="0"/>
              </a:spcBef>
              <a:spcAft>
                <a:spcPts val="0"/>
              </a:spcAft>
              <a:buClr>
                <a:schemeClr val="lt1"/>
              </a:buClr>
              <a:buSzPts val="1200"/>
              <a:buFont typeface="Urbanist"/>
              <a:buNone/>
              <a:defRPr sz="1200"/>
            </a:lvl1pPr>
            <a:lvl2pPr lvl="1"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2pPr>
            <a:lvl3pPr lvl="2"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3pPr>
            <a:lvl4pPr lvl="3"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4pPr>
            <a:lvl5pPr lvl="4"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5pPr>
            <a:lvl6pPr lvl="5"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6pPr>
            <a:lvl7pPr lvl="6"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7pPr>
            <a:lvl8pPr lvl="7"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8pPr>
            <a:lvl9pPr lvl="8"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9pPr>
          </a:lstStyle>
          <a:p/>
        </p:txBody>
      </p:sp>
      <p:sp>
        <p:nvSpPr>
          <p:cNvPr id="22" name="Google Shape;22;p2"/>
          <p:cNvSpPr txBox="1"/>
          <p:nvPr>
            <p:ph idx="7" type="subTitle"/>
          </p:nvPr>
        </p:nvSpPr>
        <p:spPr>
          <a:xfrm>
            <a:off x="228591" y="3454475"/>
            <a:ext cx="4659600" cy="2520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1200"/>
              <a:buFont typeface="Urbanist"/>
              <a:buNone/>
              <a:defRPr b="1" sz="1200"/>
            </a:lvl1pPr>
            <a:lvl2pPr lvl="1">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2pPr>
            <a:lvl3pPr lvl="2">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3pPr>
            <a:lvl4pPr lvl="3">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4pPr>
            <a:lvl5pPr lvl="4">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5pPr>
            <a:lvl6pPr lvl="5">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6pPr>
            <a:lvl7pPr lvl="6">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7pPr>
            <a:lvl8pPr lvl="7">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8pPr>
            <a:lvl9pPr lvl="8">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9pPr>
          </a:lstStyle>
          <a:p/>
        </p:txBody>
      </p:sp>
      <p:sp>
        <p:nvSpPr>
          <p:cNvPr id="23" name="Google Shape;23;p2"/>
          <p:cNvSpPr txBox="1"/>
          <p:nvPr>
            <p:ph idx="8" type="subTitle"/>
          </p:nvPr>
        </p:nvSpPr>
        <p:spPr>
          <a:xfrm>
            <a:off x="228591" y="3743050"/>
            <a:ext cx="4659600" cy="2520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1200"/>
              <a:buFont typeface="Urbanist"/>
              <a:buNone/>
              <a:defRPr b="1" sz="1200"/>
            </a:lvl1pPr>
            <a:lvl2pPr lvl="1">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2pPr>
            <a:lvl3pPr lvl="2">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3pPr>
            <a:lvl4pPr lvl="3">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4pPr>
            <a:lvl5pPr lvl="4">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5pPr>
            <a:lvl6pPr lvl="5">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6pPr>
            <a:lvl7pPr lvl="6">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7pPr>
            <a:lvl8pPr lvl="7">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8pPr>
            <a:lvl9pPr lvl="8">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9pPr>
          </a:lstStyle>
          <a:p/>
        </p:txBody>
      </p:sp>
    </p:spTree>
  </p:cSld>
  <p:clrMapOvr>
    <a:masterClrMapping/>
  </p:clrMapOvr>
  <p:extLst>
    <p:ext uri="{DCECCB84-F9BA-43D5-87BE-67443E8EF086}">
      <p15:sldGuideLst>
        <p15:guide id="1" orient="horz" pos="2805">
          <p15:clr>
            <a:srgbClr val="E46962"/>
          </p15:clr>
        </p15:guide>
      </p15:sldGuideLst>
    </p:ext>
  </p:extLst>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ALT 1">
  <p:cSld name="BLANK_1_1_2">
    <p:spTree>
      <p:nvGrpSpPr>
        <p:cNvPr id="24" name="Shape 24"/>
        <p:cNvGrpSpPr/>
        <p:nvPr/>
      </p:nvGrpSpPr>
      <p:grpSpPr>
        <a:xfrm>
          <a:off x="0" y="0"/>
          <a:ext cx="0" cy="0"/>
          <a:chOff x="0" y="0"/>
          <a:chExt cx="0" cy="0"/>
        </a:xfrm>
      </p:grpSpPr>
      <p:sp>
        <p:nvSpPr>
          <p:cNvPr id="25" name="Google Shape;25;p3"/>
          <p:cNvSpPr txBox="1"/>
          <p:nvPr>
            <p:ph type="title"/>
          </p:nvPr>
        </p:nvSpPr>
        <p:spPr>
          <a:xfrm>
            <a:off x="228600" y="395043"/>
            <a:ext cx="6480300" cy="587700"/>
          </a:xfrm>
          <a:prstGeom prst="rect">
            <a:avLst/>
          </a:prstGeom>
        </p:spPr>
        <p:txBody>
          <a:bodyPr anchorCtr="0" anchor="t" bIns="91425" lIns="0" spcFirstLastPara="1" rIns="91425" wrap="square" tIns="0">
            <a:spAutoFit/>
          </a:bodyPr>
          <a:lstStyle>
            <a:lvl1pPr lvl="0">
              <a:lnSpc>
                <a:spcPct val="90000"/>
              </a:lnSpc>
              <a:spcBef>
                <a:spcPts val="0"/>
              </a:spcBef>
              <a:spcAft>
                <a:spcPts val="0"/>
              </a:spcAft>
              <a:buNone/>
              <a:defRPr sz="3400"/>
            </a:lvl1pPr>
            <a:lvl2pPr lvl="1">
              <a:lnSpc>
                <a:spcPct val="115000"/>
              </a:lnSpc>
              <a:spcBef>
                <a:spcPts val="0"/>
              </a:spcBef>
              <a:spcAft>
                <a:spcPts val="0"/>
              </a:spcAft>
              <a:buNone/>
              <a:defRPr sz="3400"/>
            </a:lvl2pPr>
            <a:lvl3pPr lvl="2">
              <a:lnSpc>
                <a:spcPct val="115000"/>
              </a:lnSpc>
              <a:spcBef>
                <a:spcPts val="0"/>
              </a:spcBef>
              <a:spcAft>
                <a:spcPts val="0"/>
              </a:spcAft>
              <a:buNone/>
              <a:defRPr sz="3400"/>
            </a:lvl3pPr>
            <a:lvl4pPr lvl="3">
              <a:lnSpc>
                <a:spcPct val="115000"/>
              </a:lnSpc>
              <a:spcBef>
                <a:spcPts val="0"/>
              </a:spcBef>
              <a:spcAft>
                <a:spcPts val="0"/>
              </a:spcAft>
              <a:buNone/>
              <a:defRPr sz="3400"/>
            </a:lvl4pPr>
            <a:lvl5pPr lvl="4">
              <a:lnSpc>
                <a:spcPct val="115000"/>
              </a:lnSpc>
              <a:spcBef>
                <a:spcPts val="0"/>
              </a:spcBef>
              <a:spcAft>
                <a:spcPts val="0"/>
              </a:spcAft>
              <a:buNone/>
              <a:defRPr sz="3400"/>
            </a:lvl5pPr>
            <a:lvl6pPr lvl="5">
              <a:lnSpc>
                <a:spcPct val="115000"/>
              </a:lnSpc>
              <a:spcBef>
                <a:spcPts val="0"/>
              </a:spcBef>
              <a:spcAft>
                <a:spcPts val="0"/>
              </a:spcAft>
              <a:buNone/>
              <a:defRPr sz="3400"/>
            </a:lvl6pPr>
            <a:lvl7pPr lvl="6">
              <a:lnSpc>
                <a:spcPct val="115000"/>
              </a:lnSpc>
              <a:spcBef>
                <a:spcPts val="0"/>
              </a:spcBef>
              <a:spcAft>
                <a:spcPts val="0"/>
              </a:spcAft>
              <a:buNone/>
              <a:defRPr sz="3400"/>
            </a:lvl7pPr>
            <a:lvl8pPr lvl="7">
              <a:lnSpc>
                <a:spcPct val="115000"/>
              </a:lnSpc>
              <a:spcBef>
                <a:spcPts val="0"/>
              </a:spcBef>
              <a:spcAft>
                <a:spcPts val="0"/>
              </a:spcAft>
              <a:buNone/>
              <a:defRPr sz="3400"/>
            </a:lvl8pPr>
            <a:lvl9pPr lvl="8">
              <a:lnSpc>
                <a:spcPct val="115000"/>
              </a:lnSpc>
              <a:spcBef>
                <a:spcPts val="0"/>
              </a:spcBef>
              <a:spcAft>
                <a:spcPts val="0"/>
              </a:spcAft>
              <a:buNone/>
              <a:defRPr sz="3400"/>
            </a:lvl9pPr>
          </a:lstStyle>
          <a:p/>
        </p:txBody>
      </p:sp>
      <p:sp>
        <p:nvSpPr>
          <p:cNvPr id="26" name="Google Shape;26;p3"/>
          <p:cNvSpPr txBox="1"/>
          <p:nvPr>
            <p:ph idx="1" type="body"/>
          </p:nvPr>
        </p:nvSpPr>
        <p:spPr>
          <a:xfrm>
            <a:off x="228600" y="1743625"/>
            <a:ext cx="4296600" cy="2709000"/>
          </a:xfrm>
          <a:prstGeom prst="rect">
            <a:avLst/>
          </a:prstGeom>
        </p:spPr>
        <p:txBody>
          <a:bodyPr anchorCtr="0" anchor="b" bIns="91425" lIns="0" spcFirstLastPara="1" rIns="91425" wrap="square" tIns="91425">
            <a:no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27" name="Google Shape;27;p3"/>
          <p:cNvSpPr txBox="1"/>
          <p:nvPr>
            <p:ph idx="2" type="subTitle"/>
          </p:nvPr>
        </p:nvSpPr>
        <p:spPr>
          <a:xfrm>
            <a:off x="320625" y="4675975"/>
            <a:ext cx="27000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28" name="Google Shape;28;p3"/>
          <p:cNvSpPr txBox="1"/>
          <p:nvPr>
            <p:ph idx="3" type="subTitle"/>
          </p:nvPr>
        </p:nvSpPr>
        <p:spPr>
          <a:xfrm>
            <a:off x="4716740" y="4675975"/>
            <a:ext cx="22947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29" name="Google Shape;29;p3"/>
          <p:cNvSpPr txBox="1"/>
          <p:nvPr>
            <p:ph idx="4" type="subTitle"/>
          </p:nvPr>
        </p:nvSpPr>
        <p:spPr>
          <a:xfrm>
            <a:off x="6859200" y="4683725"/>
            <a:ext cx="2056500" cy="228600"/>
          </a:xfrm>
          <a:prstGeom prst="rect">
            <a:avLst/>
          </a:prstGeom>
        </p:spPr>
        <p:txBody>
          <a:bodyPr anchorCtr="0" anchor="b" bIns="0" lIns="0" spcFirstLastPara="1" rIns="0" wrap="square" tIns="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30" name="Google Shape;30;p3"/>
          <p:cNvSpPr/>
          <p:nvPr/>
        </p:nvSpPr>
        <p:spPr>
          <a:xfrm>
            <a:off x="228600" y="4837500"/>
            <a:ext cx="48900" cy="48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Urbanist"/>
              <a:ea typeface="Urbanist"/>
              <a:cs typeface="Urbanist"/>
              <a:sym typeface="Urbanist"/>
            </a:endParaRPr>
          </a:p>
        </p:txBody>
      </p:sp>
      <p:sp>
        <p:nvSpPr>
          <p:cNvPr id="31" name="Google Shape;31;p3"/>
          <p:cNvSpPr/>
          <p:nvPr/>
        </p:nvSpPr>
        <p:spPr>
          <a:xfrm>
            <a:off x="4618950" y="4839000"/>
            <a:ext cx="45900" cy="45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Urbanist"/>
              <a:ea typeface="Urbanist"/>
              <a:cs typeface="Urbanist"/>
              <a:sym typeface="Urbanist"/>
            </a:endParaRPr>
          </a:p>
        </p:txBody>
      </p:sp>
      <p:cxnSp>
        <p:nvCxnSpPr>
          <p:cNvPr id="32" name="Google Shape;32;p3"/>
          <p:cNvCxnSpPr/>
          <p:nvPr/>
        </p:nvCxnSpPr>
        <p:spPr>
          <a:xfrm>
            <a:off x="238800" y="4683300"/>
            <a:ext cx="8676900" cy="0"/>
          </a:xfrm>
          <a:prstGeom prst="straightConnector1">
            <a:avLst/>
          </a:prstGeom>
          <a:noFill/>
          <a:ln cap="flat" cmpd="sng" w="9525">
            <a:solidFill>
              <a:schemeClr val="accent1"/>
            </a:solidFill>
            <a:prstDash val="solid"/>
            <a:round/>
            <a:headEnd len="med" w="med" type="none"/>
            <a:tailEnd len="med" w="med" type="none"/>
          </a:ln>
        </p:spPr>
      </p:cxnSp>
    </p:spTree>
  </p:cSld>
  <p:clrMapOvr>
    <a:masterClrMapping/>
  </p:clrMapOvr>
  <p:extLst>
    <p:ext uri="{DCECCB84-F9BA-43D5-87BE-67443E8EF086}">
      <p15:sldGuideLst>
        <p15:guide id="1" orient="horz" pos="2805">
          <p15:clr>
            <a:srgbClr val="E46962"/>
          </p15:clr>
        </p15:guide>
      </p15:sldGuideLst>
    </p:ext>
  </p:extLst>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ur values">
  <p:cSld name="BLANK_1_1_1_1">
    <p:spTree>
      <p:nvGrpSpPr>
        <p:cNvPr id="33" name="Shape 33"/>
        <p:cNvGrpSpPr/>
        <p:nvPr/>
      </p:nvGrpSpPr>
      <p:grpSpPr>
        <a:xfrm>
          <a:off x="0" y="0"/>
          <a:ext cx="0" cy="0"/>
          <a:chOff x="0" y="0"/>
          <a:chExt cx="0" cy="0"/>
        </a:xfrm>
      </p:grpSpPr>
      <p:sp>
        <p:nvSpPr>
          <p:cNvPr id="34" name="Google Shape;34;p4"/>
          <p:cNvSpPr txBox="1"/>
          <p:nvPr>
            <p:ph idx="1" type="subTitle"/>
          </p:nvPr>
        </p:nvSpPr>
        <p:spPr>
          <a:xfrm>
            <a:off x="228600" y="228600"/>
            <a:ext cx="2920800" cy="228600"/>
          </a:xfrm>
          <a:prstGeom prst="rect">
            <a:avLst/>
          </a:prstGeom>
        </p:spPr>
        <p:txBody>
          <a:bodyPr anchorCtr="0" anchor="t" bIns="0" lIns="0" spcFirstLastPara="1" rIns="0" wrap="square" tIns="0">
            <a:noAutofit/>
          </a:bodyPr>
          <a:lstStyle>
            <a:lvl1pPr lvl="0">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9pPr>
          </a:lstStyle>
          <a:p/>
        </p:txBody>
      </p:sp>
      <p:sp>
        <p:nvSpPr>
          <p:cNvPr id="35" name="Google Shape;35;p4"/>
          <p:cNvSpPr txBox="1"/>
          <p:nvPr>
            <p:ph type="title"/>
          </p:nvPr>
        </p:nvSpPr>
        <p:spPr>
          <a:xfrm>
            <a:off x="228600" y="613525"/>
            <a:ext cx="7223400" cy="422100"/>
          </a:xfrm>
          <a:prstGeom prst="rect">
            <a:avLst/>
          </a:prstGeom>
        </p:spPr>
        <p:txBody>
          <a:bodyPr anchorCtr="0" anchor="t" bIns="91425" lIns="0" spcFirstLastPara="1" rIns="91425" wrap="square" tIns="0">
            <a:spAutoFit/>
          </a:bodyPr>
          <a:lstStyle>
            <a:lvl1pPr lvl="0">
              <a:lnSpc>
                <a:spcPct val="85000"/>
              </a:lnSpc>
              <a:spcBef>
                <a:spcPts val="0"/>
              </a:spcBef>
              <a:spcAft>
                <a:spcPts val="0"/>
              </a:spcAft>
              <a:buNone/>
              <a:defRPr sz="2400">
                <a:solidFill>
                  <a:schemeClr val="dk2"/>
                </a:solidFill>
              </a:defRPr>
            </a:lvl1pPr>
            <a:lvl2pPr lvl="1">
              <a:lnSpc>
                <a:spcPct val="85000"/>
              </a:lnSpc>
              <a:spcBef>
                <a:spcPts val="0"/>
              </a:spcBef>
              <a:spcAft>
                <a:spcPts val="0"/>
              </a:spcAft>
              <a:buNone/>
              <a:defRPr sz="2400">
                <a:solidFill>
                  <a:schemeClr val="dk2"/>
                </a:solidFill>
              </a:defRPr>
            </a:lvl2pPr>
            <a:lvl3pPr lvl="2">
              <a:lnSpc>
                <a:spcPct val="85000"/>
              </a:lnSpc>
              <a:spcBef>
                <a:spcPts val="0"/>
              </a:spcBef>
              <a:spcAft>
                <a:spcPts val="0"/>
              </a:spcAft>
              <a:buNone/>
              <a:defRPr sz="2400">
                <a:solidFill>
                  <a:schemeClr val="dk2"/>
                </a:solidFill>
              </a:defRPr>
            </a:lvl3pPr>
            <a:lvl4pPr lvl="3">
              <a:lnSpc>
                <a:spcPct val="85000"/>
              </a:lnSpc>
              <a:spcBef>
                <a:spcPts val="0"/>
              </a:spcBef>
              <a:spcAft>
                <a:spcPts val="0"/>
              </a:spcAft>
              <a:buNone/>
              <a:defRPr sz="2400">
                <a:solidFill>
                  <a:schemeClr val="dk2"/>
                </a:solidFill>
              </a:defRPr>
            </a:lvl4pPr>
            <a:lvl5pPr lvl="4">
              <a:lnSpc>
                <a:spcPct val="85000"/>
              </a:lnSpc>
              <a:spcBef>
                <a:spcPts val="0"/>
              </a:spcBef>
              <a:spcAft>
                <a:spcPts val="0"/>
              </a:spcAft>
              <a:buNone/>
              <a:defRPr sz="2400">
                <a:solidFill>
                  <a:schemeClr val="dk2"/>
                </a:solidFill>
              </a:defRPr>
            </a:lvl5pPr>
            <a:lvl6pPr lvl="5">
              <a:lnSpc>
                <a:spcPct val="85000"/>
              </a:lnSpc>
              <a:spcBef>
                <a:spcPts val="0"/>
              </a:spcBef>
              <a:spcAft>
                <a:spcPts val="0"/>
              </a:spcAft>
              <a:buNone/>
              <a:defRPr sz="2400">
                <a:solidFill>
                  <a:schemeClr val="dk2"/>
                </a:solidFill>
              </a:defRPr>
            </a:lvl6pPr>
            <a:lvl7pPr lvl="6">
              <a:lnSpc>
                <a:spcPct val="85000"/>
              </a:lnSpc>
              <a:spcBef>
                <a:spcPts val="0"/>
              </a:spcBef>
              <a:spcAft>
                <a:spcPts val="0"/>
              </a:spcAft>
              <a:buNone/>
              <a:defRPr sz="2400">
                <a:solidFill>
                  <a:schemeClr val="dk2"/>
                </a:solidFill>
              </a:defRPr>
            </a:lvl7pPr>
            <a:lvl8pPr lvl="7">
              <a:lnSpc>
                <a:spcPct val="85000"/>
              </a:lnSpc>
              <a:spcBef>
                <a:spcPts val="0"/>
              </a:spcBef>
              <a:spcAft>
                <a:spcPts val="0"/>
              </a:spcAft>
              <a:buNone/>
              <a:defRPr sz="2400">
                <a:solidFill>
                  <a:schemeClr val="dk2"/>
                </a:solidFill>
              </a:defRPr>
            </a:lvl8pPr>
            <a:lvl9pPr lvl="8">
              <a:lnSpc>
                <a:spcPct val="85000"/>
              </a:lnSpc>
              <a:spcBef>
                <a:spcPts val="0"/>
              </a:spcBef>
              <a:spcAft>
                <a:spcPts val="0"/>
              </a:spcAft>
              <a:buNone/>
              <a:defRPr sz="2400">
                <a:solidFill>
                  <a:schemeClr val="dk2"/>
                </a:solidFill>
              </a:defRPr>
            </a:lvl9pPr>
          </a:lstStyle>
          <a:p/>
        </p:txBody>
      </p:sp>
      <p:sp>
        <p:nvSpPr>
          <p:cNvPr id="36" name="Google Shape;36;p4"/>
          <p:cNvSpPr txBox="1"/>
          <p:nvPr>
            <p:ph idx="2" type="subTitle"/>
          </p:nvPr>
        </p:nvSpPr>
        <p:spPr>
          <a:xfrm>
            <a:off x="320625" y="4675975"/>
            <a:ext cx="27000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37" name="Google Shape;37;p4"/>
          <p:cNvSpPr txBox="1"/>
          <p:nvPr>
            <p:ph idx="3" type="subTitle"/>
          </p:nvPr>
        </p:nvSpPr>
        <p:spPr>
          <a:xfrm>
            <a:off x="4716740" y="4675975"/>
            <a:ext cx="22947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38" name="Google Shape;38;p4"/>
          <p:cNvSpPr txBox="1"/>
          <p:nvPr>
            <p:ph idx="4" type="subTitle"/>
          </p:nvPr>
        </p:nvSpPr>
        <p:spPr>
          <a:xfrm>
            <a:off x="6859200" y="4683725"/>
            <a:ext cx="2056500" cy="228600"/>
          </a:xfrm>
          <a:prstGeom prst="rect">
            <a:avLst/>
          </a:prstGeom>
        </p:spPr>
        <p:txBody>
          <a:bodyPr anchorCtr="0" anchor="b" bIns="0" lIns="0" spcFirstLastPara="1" rIns="0" wrap="square" tIns="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39" name="Google Shape;39;p4"/>
          <p:cNvSpPr/>
          <p:nvPr/>
        </p:nvSpPr>
        <p:spPr>
          <a:xfrm>
            <a:off x="228600" y="4837500"/>
            <a:ext cx="48900" cy="48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40" name="Google Shape;40;p4"/>
          <p:cNvSpPr/>
          <p:nvPr/>
        </p:nvSpPr>
        <p:spPr>
          <a:xfrm>
            <a:off x="4618950" y="4839000"/>
            <a:ext cx="45900" cy="45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cxnSp>
        <p:nvCxnSpPr>
          <p:cNvPr id="41" name="Google Shape;41;p4"/>
          <p:cNvCxnSpPr/>
          <p:nvPr/>
        </p:nvCxnSpPr>
        <p:spPr>
          <a:xfrm>
            <a:off x="238800" y="4683300"/>
            <a:ext cx="8676900" cy="0"/>
          </a:xfrm>
          <a:prstGeom prst="straightConnector1">
            <a:avLst/>
          </a:prstGeom>
          <a:noFill/>
          <a:ln cap="flat" cmpd="sng" w="9525">
            <a:solidFill>
              <a:schemeClr val="accent1"/>
            </a:solidFill>
            <a:prstDash val="solid"/>
            <a:round/>
            <a:headEnd len="med" w="med" type="none"/>
            <a:tailEnd len="med" w="med" type="none"/>
          </a:ln>
        </p:spPr>
      </p:cxnSp>
      <p:sp>
        <p:nvSpPr>
          <p:cNvPr id="42" name="Google Shape;42;p4"/>
          <p:cNvSpPr txBox="1"/>
          <p:nvPr>
            <p:ph idx="5" type="subTitle"/>
          </p:nvPr>
        </p:nvSpPr>
        <p:spPr>
          <a:xfrm>
            <a:off x="254625" y="1638300"/>
            <a:ext cx="1128900" cy="1188300"/>
          </a:xfrm>
          <a:prstGeom prst="rect">
            <a:avLst/>
          </a:prstGeom>
        </p:spPr>
        <p:txBody>
          <a:bodyPr anchorCtr="0" anchor="t" bIns="91425" lIns="0" spcFirstLastPara="1" rIns="91425" wrap="square" tIns="0">
            <a:noAutofit/>
          </a:bodyPr>
          <a:lstStyle>
            <a:lvl1pPr lvl="0">
              <a:spcBef>
                <a:spcPts val="0"/>
              </a:spcBef>
              <a:spcAft>
                <a:spcPts val="0"/>
              </a:spcAft>
              <a:buClr>
                <a:schemeClr val="accent3"/>
              </a:buClr>
              <a:buSzPts val="4800"/>
              <a:buFont typeface="Urbanist"/>
              <a:buNone/>
              <a:defRPr sz="4800">
                <a:solidFill>
                  <a:schemeClr val="accent3"/>
                </a:solidFill>
              </a:defRPr>
            </a:lvl1pPr>
            <a:lvl2pPr lvl="1">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2pPr>
            <a:lvl3pPr lvl="2">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3pPr>
            <a:lvl4pPr lvl="3">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4pPr>
            <a:lvl5pPr lvl="4">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5pPr>
            <a:lvl6pPr lvl="5">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6pPr>
            <a:lvl7pPr lvl="6">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7pPr>
            <a:lvl8pPr lvl="7">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8pPr>
            <a:lvl9pPr lvl="8">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9pPr>
          </a:lstStyle>
          <a:p/>
        </p:txBody>
      </p:sp>
      <p:sp>
        <p:nvSpPr>
          <p:cNvPr id="43" name="Google Shape;43;p4"/>
          <p:cNvSpPr txBox="1"/>
          <p:nvPr>
            <p:ph idx="6" type="subTitle"/>
          </p:nvPr>
        </p:nvSpPr>
        <p:spPr>
          <a:xfrm>
            <a:off x="3275850" y="1638300"/>
            <a:ext cx="1128900" cy="1188300"/>
          </a:xfrm>
          <a:prstGeom prst="rect">
            <a:avLst/>
          </a:prstGeom>
        </p:spPr>
        <p:txBody>
          <a:bodyPr anchorCtr="0" anchor="t" bIns="91425" lIns="0" spcFirstLastPara="1" rIns="91425" wrap="square" tIns="0">
            <a:noAutofit/>
          </a:bodyPr>
          <a:lstStyle>
            <a:lvl1pPr lvl="0">
              <a:spcBef>
                <a:spcPts val="0"/>
              </a:spcBef>
              <a:spcAft>
                <a:spcPts val="0"/>
              </a:spcAft>
              <a:buClr>
                <a:schemeClr val="accent3"/>
              </a:buClr>
              <a:buSzPts val="4800"/>
              <a:buFont typeface="Urbanist"/>
              <a:buNone/>
              <a:defRPr sz="4800">
                <a:solidFill>
                  <a:schemeClr val="accent3"/>
                </a:solidFill>
              </a:defRPr>
            </a:lvl1pPr>
            <a:lvl2pPr lvl="1">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2pPr>
            <a:lvl3pPr lvl="2">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3pPr>
            <a:lvl4pPr lvl="3">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4pPr>
            <a:lvl5pPr lvl="4">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5pPr>
            <a:lvl6pPr lvl="5">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6pPr>
            <a:lvl7pPr lvl="6">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7pPr>
            <a:lvl8pPr lvl="7">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8pPr>
            <a:lvl9pPr lvl="8">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9pPr>
          </a:lstStyle>
          <a:p/>
        </p:txBody>
      </p:sp>
      <p:sp>
        <p:nvSpPr>
          <p:cNvPr id="44" name="Google Shape;44;p4"/>
          <p:cNvSpPr txBox="1"/>
          <p:nvPr>
            <p:ph idx="7" type="subTitle"/>
          </p:nvPr>
        </p:nvSpPr>
        <p:spPr>
          <a:xfrm>
            <a:off x="6215463" y="1638300"/>
            <a:ext cx="1128900" cy="1188300"/>
          </a:xfrm>
          <a:prstGeom prst="rect">
            <a:avLst/>
          </a:prstGeom>
        </p:spPr>
        <p:txBody>
          <a:bodyPr anchorCtr="0" anchor="t" bIns="91425" lIns="0" spcFirstLastPara="1" rIns="91425" wrap="square" tIns="0">
            <a:noAutofit/>
          </a:bodyPr>
          <a:lstStyle>
            <a:lvl1pPr lvl="0">
              <a:spcBef>
                <a:spcPts val="0"/>
              </a:spcBef>
              <a:spcAft>
                <a:spcPts val="0"/>
              </a:spcAft>
              <a:buClr>
                <a:schemeClr val="accent3"/>
              </a:buClr>
              <a:buSzPts val="4800"/>
              <a:buFont typeface="Urbanist"/>
              <a:buNone/>
              <a:defRPr sz="4800">
                <a:solidFill>
                  <a:schemeClr val="accent3"/>
                </a:solidFill>
              </a:defRPr>
            </a:lvl1pPr>
            <a:lvl2pPr lvl="1">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2pPr>
            <a:lvl3pPr lvl="2">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3pPr>
            <a:lvl4pPr lvl="3">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4pPr>
            <a:lvl5pPr lvl="4">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5pPr>
            <a:lvl6pPr lvl="5">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6pPr>
            <a:lvl7pPr lvl="6">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7pPr>
            <a:lvl8pPr lvl="7">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8pPr>
            <a:lvl9pPr lvl="8">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9pPr>
          </a:lstStyle>
          <a:p/>
        </p:txBody>
      </p:sp>
      <p:sp>
        <p:nvSpPr>
          <p:cNvPr id="45" name="Google Shape;45;p4"/>
          <p:cNvSpPr txBox="1"/>
          <p:nvPr>
            <p:ph idx="8" type="body"/>
          </p:nvPr>
        </p:nvSpPr>
        <p:spPr>
          <a:xfrm>
            <a:off x="288575" y="3386400"/>
            <a:ext cx="2665200" cy="1188300"/>
          </a:xfrm>
          <a:prstGeom prst="rect">
            <a:avLst/>
          </a:prstGeom>
        </p:spPr>
        <p:txBody>
          <a:bodyPr anchorCtr="0" anchor="b" bIns="91425" lIns="0" spcFirstLastPara="1" rIns="91425" wrap="square" tIns="0">
            <a:noAutofit/>
          </a:bodyPr>
          <a:lstStyle>
            <a:lvl1pPr indent="-304800" lvl="0" marL="457200">
              <a:spcBef>
                <a:spcPts val="0"/>
              </a:spcBef>
              <a:spcAft>
                <a:spcPts val="0"/>
              </a:spcAft>
              <a:buClr>
                <a:schemeClr val="lt1"/>
              </a:buClr>
              <a:buSzPts val="1200"/>
              <a:buFont typeface="Urbanist"/>
              <a:buChar char="●"/>
              <a:defRPr/>
            </a:lvl1pPr>
            <a:lvl2pPr indent="-304800" lvl="1" marL="914400">
              <a:spcBef>
                <a:spcPts val="0"/>
              </a:spcBef>
              <a:spcAft>
                <a:spcPts val="0"/>
              </a:spcAft>
              <a:buClr>
                <a:schemeClr val="lt1"/>
              </a:buClr>
              <a:buSzPts val="1200"/>
              <a:buFont typeface="Urbanist"/>
              <a:buChar char="○"/>
              <a:defRPr/>
            </a:lvl2pPr>
            <a:lvl3pPr indent="-304800" lvl="2" marL="1371600">
              <a:spcBef>
                <a:spcPts val="0"/>
              </a:spcBef>
              <a:spcAft>
                <a:spcPts val="0"/>
              </a:spcAft>
              <a:buClr>
                <a:schemeClr val="lt1"/>
              </a:buClr>
              <a:buSzPts val="1200"/>
              <a:buFont typeface="Urbanist"/>
              <a:buChar char="■"/>
              <a:defRPr/>
            </a:lvl3pPr>
            <a:lvl4pPr indent="-304800" lvl="3" marL="1828800">
              <a:spcBef>
                <a:spcPts val="0"/>
              </a:spcBef>
              <a:spcAft>
                <a:spcPts val="0"/>
              </a:spcAft>
              <a:buClr>
                <a:schemeClr val="lt1"/>
              </a:buClr>
              <a:buSzPts val="1200"/>
              <a:buFont typeface="Urbanist"/>
              <a:buChar char="●"/>
              <a:defRPr/>
            </a:lvl4pPr>
            <a:lvl5pPr indent="-304800" lvl="4" marL="2286000">
              <a:spcBef>
                <a:spcPts val="0"/>
              </a:spcBef>
              <a:spcAft>
                <a:spcPts val="0"/>
              </a:spcAft>
              <a:buClr>
                <a:schemeClr val="lt1"/>
              </a:buClr>
              <a:buSzPts val="1200"/>
              <a:buFont typeface="Urbanist"/>
              <a:buChar char="○"/>
              <a:defRPr/>
            </a:lvl5pPr>
            <a:lvl6pPr indent="-304800" lvl="5" marL="2743200">
              <a:spcBef>
                <a:spcPts val="0"/>
              </a:spcBef>
              <a:spcAft>
                <a:spcPts val="0"/>
              </a:spcAft>
              <a:buClr>
                <a:schemeClr val="lt1"/>
              </a:buClr>
              <a:buSzPts val="1200"/>
              <a:buFont typeface="Urbanist"/>
              <a:buChar char="■"/>
              <a:defRPr/>
            </a:lvl6pPr>
            <a:lvl7pPr indent="-304800" lvl="6" marL="3200400">
              <a:spcBef>
                <a:spcPts val="0"/>
              </a:spcBef>
              <a:spcAft>
                <a:spcPts val="0"/>
              </a:spcAft>
              <a:buClr>
                <a:schemeClr val="lt1"/>
              </a:buClr>
              <a:buSzPts val="1200"/>
              <a:buFont typeface="Urbanist"/>
              <a:buChar char="●"/>
              <a:defRPr/>
            </a:lvl7pPr>
            <a:lvl8pPr indent="-304800" lvl="7" marL="3657600">
              <a:spcBef>
                <a:spcPts val="0"/>
              </a:spcBef>
              <a:spcAft>
                <a:spcPts val="0"/>
              </a:spcAft>
              <a:buClr>
                <a:schemeClr val="lt1"/>
              </a:buClr>
              <a:buSzPts val="1200"/>
              <a:buFont typeface="Urbanist"/>
              <a:buChar char="○"/>
              <a:defRPr/>
            </a:lvl8pPr>
            <a:lvl9pPr indent="-304800" lvl="8" marL="4114800">
              <a:spcBef>
                <a:spcPts val="0"/>
              </a:spcBef>
              <a:spcAft>
                <a:spcPts val="0"/>
              </a:spcAft>
              <a:buClr>
                <a:schemeClr val="lt1"/>
              </a:buClr>
              <a:buSzPts val="1200"/>
              <a:buFont typeface="Urbanist"/>
              <a:buChar char="■"/>
              <a:defRPr/>
            </a:lvl9pPr>
          </a:lstStyle>
          <a:p/>
        </p:txBody>
      </p:sp>
      <p:sp>
        <p:nvSpPr>
          <p:cNvPr id="46" name="Google Shape;46;p4"/>
          <p:cNvSpPr txBox="1"/>
          <p:nvPr>
            <p:ph idx="9" type="body"/>
          </p:nvPr>
        </p:nvSpPr>
        <p:spPr>
          <a:xfrm>
            <a:off x="6121413" y="3386400"/>
            <a:ext cx="2665200" cy="1188300"/>
          </a:xfrm>
          <a:prstGeom prst="rect">
            <a:avLst/>
          </a:prstGeom>
        </p:spPr>
        <p:txBody>
          <a:bodyPr anchorCtr="0" anchor="b" bIns="91425" lIns="0" spcFirstLastPara="1" rIns="91425" wrap="square" tIns="0">
            <a:noAutofit/>
          </a:bodyPr>
          <a:lstStyle>
            <a:lvl1pPr indent="-304800" lvl="0" marL="457200">
              <a:spcBef>
                <a:spcPts val="0"/>
              </a:spcBef>
              <a:spcAft>
                <a:spcPts val="0"/>
              </a:spcAft>
              <a:buClr>
                <a:schemeClr val="lt1"/>
              </a:buClr>
              <a:buSzPts val="1200"/>
              <a:buFont typeface="Urbanist"/>
              <a:buChar char="●"/>
              <a:defRPr/>
            </a:lvl1pPr>
            <a:lvl2pPr indent="-304800" lvl="1" marL="914400">
              <a:spcBef>
                <a:spcPts val="0"/>
              </a:spcBef>
              <a:spcAft>
                <a:spcPts val="0"/>
              </a:spcAft>
              <a:buClr>
                <a:schemeClr val="lt1"/>
              </a:buClr>
              <a:buSzPts val="1200"/>
              <a:buFont typeface="Urbanist"/>
              <a:buChar char="○"/>
              <a:defRPr/>
            </a:lvl2pPr>
            <a:lvl3pPr indent="-304800" lvl="2" marL="1371600">
              <a:spcBef>
                <a:spcPts val="0"/>
              </a:spcBef>
              <a:spcAft>
                <a:spcPts val="0"/>
              </a:spcAft>
              <a:buClr>
                <a:schemeClr val="lt1"/>
              </a:buClr>
              <a:buSzPts val="1200"/>
              <a:buFont typeface="Urbanist"/>
              <a:buChar char="■"/>
              <a:defRPr/>
            </a:lvl3pPr>
            <a:lvl4pPr indent="-304800" lvl="3" marL="1828800">
              <a:spcBef>
                <a:spcPts val="0"/>
              </a:spcBef>
              <a:spcAft>
                <a:spcPts val="0"/>
              </a:spcAft>
              <a:buClr>
                <a:schemeClr val="lt1"/>
              </a:buClr>
              <a:buSzPts val="1200"/>
              <a:buFont typeface="Urbanist"/>
              <a:buChar char="●"/>
              <a:defRPr/>
            </a:lvl4pPr>
            <a:lvl5pPr indent="-304800" lvl="4" marL="2286000">
              <a:spcBef>
                <a:spcPts val="0"/>
              </a:spcBef>
              <a:spcAft>
                <a:spcPts val="0"/>
              </a:spcAft>
              <a:buClr>
                <a:schemeClr val="lt1"/>
              </a:buClr>
              <a:buSzPts val="1200"/>
              <a:buFont typeface="Urbanist"/>
              <a:buChar char="○"/>
              <a:defRPr/>
            </a:lvl5pPr>
            <a:lvl6pPr indent="-304800" lvl="5" marL="2743200">
              <a:spcBef>
                <a:spcPts val="0"/>
              </a:spcBef>
              <a:spcAft>
                <a:spcPts val="0"/>
              </a:spcAft>
              <a:buClr>
                <a:schemeClr val="lt1"/>
              </a:buClr>
              <a:buSzPts val="1200"/>
              <a:buFont typeface="Urbanist"/>
              <a:buChar char="■"/>
              <a:defRPr/>
            </a:lvl6pPr>
            <a:lvl7pPr indent="-304800" lvl="6" marL="3200400">
              <a:spcBef>
                <a:spcPts val="0"/>
              </a:spcBef>
              <a:spcAft>
                <a:spcPts val="0"/>
              </a:spcAft>
              <a:buClr>
                <a:schemeClr val="lt1"/>
              </a:buClr>
              <a:buSzPts val="1200"/>
              <a:buFont typeface="Urbanist"/>
              <a:buChar char="●"/>
              <a:defRPr/>
            </a:lvl7pPr>
            <a:lvl8pPr indent="-304800" lvl="7" marL="3657600">
              <a:spcBef>
                <a:spcPts val="0"/>
              </a:spcBef>
              <a:spcAft>
                <a:spcPts val="0"/>
              </a:spcAft>
              <a:buClr>
                <a:schemeClr val="lt1"/>
              </a:buClr>
              <a:buSzPts val="1200"/>
              <a:buFont typeface="Urbanist"/>
              <a:buChar char="○"/>
              <a:defRPr/>
            </a:lvl8pPr>
            <a:lvl9pPr indent="-304800" lvl="8" marL="4114800">
              <a:spcBef>
                <a:spcPts val="0"/>
              </a:spcBef>
              <a:spcAft>
                <a:spcPts val="0"/>
              </a:spcAft>
              <a:buClr>
                <a:schemeClr val="lt1"/>
              </a:buClr>
              <a:buSzPts val="1200"/>
              <a:buFont typeface="Urbanist"/>
              <a:buChar char="■"/>
              <a:defRPr/>
            </a:lvl9pPr>
          </a:lstStyle>
          <a:p/>
        </p:txBody>
      </p:sp>
      <p:sp>
        <p:nvSpPr>
          <p:cNvPr id="47" name="Google Shape;47;p4"/>
          <p:cNvSpPr txBox="1"/>
          <p:nvPr>
            <p:ph idx="13" type="body"/>
          </p:nvPr>
        </p:nvSpPr>
        <p:spPr>
          <a:xfrm>
            <a:off x="3192450" y="3386400"/>
            <a:ext cx="2665200" cy="1188300"/>
          </a:xfrm>
          <a:prstGeom prst="rect">
            <a:avLst/>
          </a:prstGeom>
        </p:spPr>
        <p:txBody>
          <a:bodyPr anchorCtr="0" anchor="b" bIns="91425" lIns="0" spcFirstLastPara="1" rIns="91425" wrap="square" tIns="0">
            <a:noAutofit/>
          </a:bodyPr>
          <a:lstStyle>
            <a:lvl1pPr indent="-304800" lvl="0" marL="457200">
              <a:spcBef>
                <a:spcPts val="0"/>
              </a:spcBef>
              <a:spcAft>
                <a:spcPts val="0"/>
              </a:spcAft>
              <a:buClr>
                <a:schemeClr val="lt1"/>
              </a:buClr>
              <a:buSzPts val="1200"/>
              <a:buFont typeface="Urbanist"/>
              <a:buChar char="●"/>
              <a:defRPr/>
            </a:lvl1pPr>
            <a:lvl2pPr indent="-304800" lvl="1" marL="914400">
              <a:spcBef>
                <a:spcPts val="0"/>
              </a:spcBef>
              <a:spcAft>
                <a:spcPts val="0"/>
              </a:spcAft>
              <a:buClr>
                <a:schemeClr val="lt1"/>
              </a:buClr>
              <a:buSzPts val="1200"/>
              <a:buFont typeface="Urbanist"/>
              <a:buChar char="○"/>
              <a:defRPr/>
            </a:lvl2pPr>
            <a:lvl3pPr indent="-304800" lvl="2" marL="1371600">
              <a:spcBef>
                <a:spcPts val="0"/>
              </a:spcBef>
              <a:spcAft>
                <a:spcPts val="0"/>
              </a:spcAft>
              <a:buClr>
                <a:schemeClr val="lt1"/>
              </a:buClr>
              <a:buSzPts val="1200"/>
              <a:buFont typeface="Urbanist"/>
              <a:buChar char="■"/>
              <a:defRPr/>
            </a:lvl3pPr>
            <a:lvl4pPr indent="-304800" lvl="3" marL="1828800">
              <a:spcBef>
                <a:spcPts val="0"/>
              </a:spcBef>
              <a:spcAft>
                <a:spcPts val="0"/>
              </a:spcAft>
              <a:buClr>
                <a:schemeClr val="lt1"/>
              </a:buClr>
              <a:buSzPts val="1200"/>
              <a:buFont typeface="Urbanist"/>
              <a:buChar char="●"/>
              <a:defRPr/>
            </a:lvl4pPr>
            <a:lvl5pPr indent="-304800" lvl="4" marL="2286000">
              <a:spcBef>
                <a:spcPts val="0"/>
              </a:spcBef>
              <a:spcAft>
                <a:spcPts val="0"/>
              </a:spcAft>
              <a:buClr>
                <a:schemeClr val="lt1"/>
              </a:buClr>
              <a:buSzPts val="1200"/>
              <a:buFont typeface="Urbanist"/>
              <a:buChar char="○"/>
              <a:defRPr/>
            </a:lvl5pPr>
            <a:lvl6pPr indent="-304800" lvl="5" marL="2743200">
              <a:spcBef>
                <a:spcPts val="0"/>
              </a:spcBef>
              <a:spcAft>
                <a:spcPts val="0"/>
              </a:spcAft>
              <a:buClr>
                <a:schemeClr val="lt1"/>
              </a:buClr>
              <a:buSzPts val="1200"/>
              <a:buFont typeface="Urbanist"/>
              <a:buChar char="■"/>
              <a:defRPr/>
            </a:lvl6pPr>
            <a:lvl7pPr indent="-304800" lvl="6" marL="3200400">
              <a:spcBef>
                <a:spcPts val="0"/>
              </a:spcBef>
              <a:spcAft>
                <a:spcPts val="0"/>
              </a:spcAft>
              <a:buClr>
                <a:schemeClr val="lt1"/>
              </a:buClr>
              <a:buSzPts val="1200"/>
              <a:buFont typeface="Urbanist"/>
              <a:buChar char="●"/>
              <a:defRPr/>
            </a:lvl7pPr>
            <a:lvl8pPr indent="-304800" lvl="7" marL="3657600">
              <a:spcBef>
                <a:spcPts val="0"/>
              </a:spcBef>
              <a:spcAft>
                <a:spcPts val="0"/>
              </a:spcAft>
              <a:buClr>
                <a:schemeClr val="lt1"/>
              </a:buClr>
              <a:buSzPts val="1200"/>
              <a:buFont typeface="Urbanist"/>
              <a:buChar char="○"/>
              <a:defRPr/>
            </a:lvl8pPr>
            <a:lvl9pPr indent="-304800" lvl="8" marL="4114800">
              <a:spcBef>
                <a:spcPts val="0"/>
              </a:spcBef>
              <a:spcAft>
                <a:spcPts val="0"/>
              </a:spcAft>
              <a:buClr>
                <a:schemeClr val="lt1"/>
              </a:buClr>
              <a:buSzPts val="1200"/>
              <a:buFont typeface="Urbanist"/>
              <a:buChar char="■"/>
              <a:defRPr/>
            </a:lvl9pPr>
          </a:lstStyle>
          <a:p/>
        </p:txBody>
      </p:sp>
    </p:spTree>
  </p:cSld>
  <p:clrMapOvr>
    <a:masterClrMapping/>
  </p:clrMapOvr>
  <p:extLst>
    <p:ext uri="{DCECCB84-F9BA-43D5-87BE-67443E8EF086}">
      <p15:sldGuideLst>
        <p15:guide id="1" orient="horz" pos="2805">
          <p15:clr>
            <a:srgbClr val="E46962"/>
          </p15:clr>
        </p15:guide>
      </p15:sldGuideLst>
    </p:ext>
  </p:extLst>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and image ALT 2">
  <p:cSld name="CUSTOM_3">
    <p:spTree>
      <p:nvGrpSpPr>
        <p:cNvPr id="48" name="Shape 48"/>
        <p:cNvGrpSpPr/>
        <p:nvPr/>
      </p:nvGrpSpPr>
      <p:grpSpPr>
        <a:xfrm>
          <a:off x="0" y="0"/>
          <a:ext cx="0" cy="0"/>
          <a:chOff x="0" y="0"/>
          <a:chExt cx="0" cy="0"/>
        </a:xfrm>
      </p:grpSpPr>
      <p:sp>
        <p:nvSpPr>
          <p:cNvPr id="49" name="Google Shape;49;p5"/>
          <p:cNvSpPr/>
          <p:nvPr>
            <p:ph idx="2" type="pic"/>
          </p:nvPr>
        </p:nvSpPr>
        <p:spPr>
          <a:xfrm>
            <a:off x="246150" y="237650"/>
            <a:ext cx="4196400" cy="4438200"/>
          </a:xfrm>
          <a:prstGeom prst="rect">
            <a:avLst/>
          </a:prstGeom>
          <a:noFill/>
          <a:ln>
            <a:noFill/>
          </a:ln>
        </p:spPr>
      </p:sp>
      <p:sp>
        <p:nvSpPr>
          <p:cNvPr id="50" name="Google Shape;50;p5"/>
          <p:cNvSpPr txBox="1"/>
          <p:nvPr>
            <p:ph type="title"/>
          </p:nvPr>
        </p:nvSpPr>
        <p:spPr>
          <a:xfrm>
            <a:off x="4591800" y="304700"/>
            <a:ext cx="3861900" cy="1920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3000"/>
              <a:buFont typeface="Urbanist"/>
              <a:buNone/>
              <a:defRPr>
                <a:latin typeface="Urbanist"/>
                <a:ea typeface="Urbanist"/>
                <a:cs typeface="Urbanist"/>
                <a:sym typeface="Urbanist"/>
              </a:defRPr>
            </a:lvl1pPr>
            <a:lvl2pPr lvl="1">
              <a:spcBef>
                <a:spcPts val="0"/>
              </a:spcBef>
              <a:spcAft>
                <a:spcPts val="0"/>
              </a:spcAft>
              <a:buClr>
                <a:schemeClr val="lt1"/>
              </a:buClr>
              <a:buSzPts val="3000"/>
              <a:buNone/>
              <a:defRPr/>
            </a:lvl2pPr>
            <a:lvl3pPr lvl="2">
              <a:spcBef>
                <a:spcPts val="0"/>
              </a:spcBef>
              <a:spcAft>
                <a:spcPts val="0"/>
              </a:spcAft>
              <a:buClr>
                <a:schemeClr val="lt1"/>
              </a:buClr>
              <a:buSzPts val="3000"/>
              <a:buNone/>
              <a:defRPr/>
            </a:lvl3pPr>
            <a:lvl4pPr lvl="3">
              <a:spcBef>
                <a:spcPts val="0"/>
              </a:spcBef>
              <a:spcAft>
                <a:spcPts val="0"/>
              </a:spcAft>
              <a:buClr>
                <a:schemeClr val="lt1"/>
              </a:buClr>
              <a:buSzPts val="3000"/>
              <a:buNone/>
              <a:defRPr/>
            </a:lvl4pPr>
            <a:lvl5pPr lvl="4">
              <a:spcBef>
                <a:spcPts val="0"/>
              </a:spcBef>
              <a:spcAft>
                <a:spcPts val="0"/>
              </a:spcAft>
              <a:buClr>
                <a:schemeClr val="lt1"/>
              </a:buClr>
              <a:buSzPts val="3000"/>
              <a:buNone/>
              <a:defRPr/>
            </a:lvl5pPr>
            <a:lvl6pPr lvl="5">
              <a:spcBef>
                <a:spcPts val="0"/>
              </a:spcBef>
              <a:spcAft>
                <a:spcPts val="0"/>
              </a:spcAft>
              <a:buClr>
                <a:schemeClr val="lt1"/>
              </a:buClr>
              <a:buSzPts val="3000"/>
              <a:buNone/>
              <a:defRPr/>
            </a:lvl6pPr>
            <a:lvl7pPr lvl="6">
              <a:spcBef>
                <a:spcPts val="0"/>
              </a:spcBef>
              <a:spcAft>
                <a:spcPts val="0"/>
              </a:spcAft>
              <a:buClr>
                <a:schemeClr val="lt1"/>
              </a:buClr>
              <a:buSzPts val="3000"/>
              <a:buNone/>
              <a:defRPr/>
            </a:lvl7pPr>
            <a:lvl8pPr lvl="7">
              <a:spcBef>
                <a:spcPts val="0"/>
              </a:spcBef>
              <a:spcAft>
                <a:spcPts val="0"/>
              </a:spcAft>
              <a:buClr>
                <a:schemeClr val="lt1"/>
              </a:buClr>
              <a:buSzPts val="3000"/>
              <a:buNone/>
              <a:defRPr/>
            </a:lvl8pPr>
            <a:lvl9pPr lvl="8">
              <a:spcBef>
                <a:spcPts val="0"/>
              </a:spcBef>
              <a:spcAft>
                <a:spcPts val="0"/>
              </a:spcAft>
              <a:buClr>
                <a:schemeClr val="lt1"/>
              </a:buClr>
              <a:buSzPts val="3000"/>
              <a:buNone/>
              <a:defRPr/>
            </a:lvl9pPr>
          </a:lstStyle>
          <a:p/>
        </p:txBody>
      </p:sp>
      <p:sp>
        <p:nvSpPr>
          <p:cNvPr id="51" name="Google Shape;51;p5"/>
          <p:cNvSpPr txBox="1"/>
          <p:nvPr>
            <p:ph idx="3" type="title"/>
          </p:nvPr>
        </p:nvSpPr>
        <p:spPr>
          <a:xfrm>
            <a:off x="4591800" y="738425"/>
            <a:ext cx="4290000" cy="20514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1800"/>
              <a:buNone/>
              <a:defRPr sz="3400"/>
            </a:lvl1pPr>
            <a:lvl2pPr lvl="1">
              <a:spcBef>
                <a:spcPts val="0"/>
              </a:spcBef>
              <a:spcAft>
                <a:spcPts val="0"/>
              </a:spcAft>
              <a:buClr>
                <a:schemeClr val="lt1"/>
              </a:buClr>
              <a:buSzPts val="3000"/>
              <a:buNone/>
              <a:defRPr/>
            </a:lvl2pPr>
            <a:lvl3pPr lvl="2">
              <a:spcBef>
                <a:spcPts val="0"/>
              </a:spcBef>
              <a:spcAft>
                <a:spcPts val="0"/>
              </a:spcAft>
              <a:buClr>
                <a:schemeClr val="lt1"/>
              </a:buClr>
              <a:buSzPts val="3000"/>
              <a:buNone/>
              <a:defRPr/>
            </a:lvl3pPr>
            <a:lvl4pPr lvl="3">
              <a:spcBef>
                <a:spcPts val="0"/>
              </a:spcBef>
              <a:spcAft>
                <a:spcPts val="0"/>
              </a:spcAft>
              <a:buClr>
                <a:schemeClr val="lt1"/>
              </a:buClr>
              <a:buSzPts val="3000"/>
              <a:buNone/>
              <a:defRPr/>
            </a:lvl4pPr>
            <a:lvl5pPr lvl="4">
              <a:spcBef>
                <a:spcPts val="0"/>
              </a:spcBef>
              <a:spcAft>
                <a:spcPts val="0"/>
              </a:spcAft>
              <a:buClr>
                <a:schemeClr val="lt1"/>
              </a:buClr>
              <a:buSzPts val="3000"/>
              <a:buNone/>
              <a:defRPr/>
            </a:lvl5pPr>
            <a:lvl6pPr lvl="5">
              <a:spcBef>
                <a:spcPts val="0"/>
              </a:spcBef>
              <a:spcAft>
                <a:spcPts val="0"/>
              </a:spcAft>
              <a:buClr>
                <a:schemeClr val="lt1"/>
              </a:buClr>
              <a:buSzPts val="3000"/>
              <a:buNone/>
              <a:defRPr/>
            </a:lvl6pPr>
            <a:lvl7pPr lvl="6">
              <a:spcBef>
                <a:spcPts val="0"/>
              </a:spcBef>
              <a:spcAft>
                <a:spcPts val="0"/>
              </a:spcAft>
              <a:buClr>
                <a:schemeClr val="lt1"/>
              </a:buClr>
              <a:buSzPts val="3000"/>
              <a:buNone/>
              <a:defRPr/>
            </a:lvl7pPr>
            <a:lvl8pPr lvl="7">
              <a:spcBef>
                <a:spcPts val="0"/>
              </a:spcBef>
              <a:spcAft>
                <a:spcPts val="0"/>
              </a:spcAft>
              <a:buClr>
                <a:schemeClr val="lt1"/>
              </a:buClr>
              <a:buSzPts val="3000"/>
              <a:buNone/>
              <a:defRPr/>
            </a:lvl8pPr>
            <a:lvl9pPr lvl="8">
              <a:spcBef>
                <a:spcPts val="0"/>
              </a:spcBef>
              <a:spcAft>
                <a:spcPts val="0"/>
              </a:spcAft>
              <a:buClr>
                <a:schemeClr val="lt1"/>
              </a:buClr>
              <a:buSzPts val="3000"/>
              <a:buNone/>
              <a:defRPr/>
            </a:lvl9pPr>
          </a:lstStyle>
          <a:p/>
        </p:txBody>
      </p:sp>
      <p:sp>
        <p:nvSpPr>
          <p:cNvPr id="52" name="Google Shape;52;p5"/>
          <p:cNvSpPr txBox="1"/>
          <p:nvPr>
            <p:ph idx="1" type="body"/>
          </p:nvPr>
        </p:nvSpPr>
        <p:spPr>
          <a:xfrm>
            <a:off x="4618950" y="2205375"/>
            <a:ext cx="4290000" cy="1629600"/>
          </a:xfrm>
          <a:prstGeom prst="rect">
            <a:avLst/>
          </a:prstGeom>
        </p:spPr>
        <p:txBody>
          <a:bodyPr anchorCtr="0" anchor="b" bIns="91425" lIns="0" spcFirstLastPara="1" rIns="91425" wrap="square" tIns="0">
            <a:noAutofit/>
          </a:bodyPr>
          <a:lstStyle>
            <a:lvl1pPr indent="-304800" lvl="0" marL="457200">
              <a:spcBef>
                <a:spcPts val="0"/>
              </a:spcBef>
              <a:spcAft>
                <a:spcPts val="0"/>
              </a:spcAft>
              <a:buClr>
                <a:schemeClr val="lt1"/>
              </a:buClr>
              <a:buSzPts val="1200"/>
              <a:buFont typeface="Urbanist"/>
              <a:buChar char="●"/>
              <a:defRPr/>
            </a:lvl1pPr>
            <a:lvl2pPr indent="-304800" lvl="1" marL="914400">
              <a:spcBef>
                <a:spcPts val="0"/>
              </a:spcBef>
              <a:spcAft>
                <a:spcPts val="0"/>
              </a:spcAft>
              <a:buClr>
                <a:schemeClr val="lt1"/>
              </a:buClr>
              <a:buSzPts val="1200"/>
              <a:buFont typeface="Urbanist"/>
              <a:buChar char="○"/>
              <a:defRPr/>
            </a:lvl2pPr>
            <a:lvl3pPr indent="-304800" lvl="2" marL="1371600">
              <a:spcBef>
                <a:spcPts val="0"/>
              </a:spcBef>
              <a:spcAft>
                <a:spcPts val="0"/>
              </a:spcAft>
              <a:buClr>
                <a:schemeClr val="lt1"/>
              </a:buClr>
              <a:buSzPts val="1200"/>
              <a:buFont typeface="Urbanist"/>
              <a:buChar char="■"/>
              <a:defRPr/>
            </a:lvl3pPr>
            <a:lvl4pPr indent="-304800" lvl="3" marL="1828800">
              <a:spcBef>
                <a:spcPts val="0"/>
              </a:spcBef>
              <a:spcAft>
                <a:spcPts val="0"/>
              </a:spcAft>
              <a:buClr>
                <a:schemeClr val="lt1"/>
              </a:buClr>
              <a:buSzPts val="1200"/>
              <a:buFont typeface="Urbanist"/>
              <a:buChar char="●"/>
              <a:defRPr/>
            </a:lvl4pPr>
            <a:lvl5pPr indent="-304800" lvl="4" marL="2286000">
              <a:spcBef>
                <a:spcPts val="0"/>
              </a:spcBef>
              <a:spcAft>
                <a:spcPts val="0"/>
              </a:spcAft>
              <a:buClr>
                <a:schemeClr val="lt1"/>
              </a:buClr>
              <a:buSzPts val="1200"/>
              <a:buFont typeface="Urbanist"/>
              <a:buChar char="○"/>
              <a:defRPr/>
            </a:lvl5pPr>
            <a:lvl6pPr indent="-304800" lvl="5" marL="2743200">
              <a:spcBef>
                <a:spcPts val="0"/>
              </a:spcBef>
              <a:spcAft>
                <a:spcPts val="0"/>
              </a:spcAft>
              <a:buClr>
                <a:schemeClr val="lt1"/>
              </a:buClr>
              <a:buSzPts val="1200"/>
              <a:buFont typeface="Urbanist"/>
              <a:buChar char="■"/>
              <a:defRPr/>
            </a:lvl6pPr>
            <a:lvl7pPr indent="-304800" lvl="6" marL="3200400">
              <a:spcBef>
                <a:spcPts val="0"/>
              </a:spcBef>
              <a:spcAft>
                <a:spcPts val="0"/>
              </a:spcAft>
              <a:buClr>
                <a:schemeClr val="lt1"/>
              </a:buClr>
              <a:buSzPts val="1200"/>
              <a:buFont typeface="Urbanist"/>
              <a:buChar char="●"/>
              <a:defRPr/>
            </a:lvl7pPr>
            <a:lvl8pPr indent="-304800" lvl="7" marL="3657600">
              <a:spcBef>
                <a:spcPts val="0"/>
              </a:spcBef>
              <a:spcAft>
                <a:spcPts val="0"/>
              </a:spcAft>
              <a:buClr>
                <a:schemeClr val="lt1"/>
              </a:buClr>
              <a:buSzPts val="1200"/>
              <a:buFont typeface="Urbanist"/>
              <a:buChar char="○"/>
              <a:defRPr/>
            </a:lvl8pPr>
            <a:lvl9pPr indent="-304800" lvl="8" marL="4114800">
              <a:spcBef>
                <a:spcPts val="0"/>
              </a:spcBef>
              <a:spcAft>
                <a:spcPts val="0"/>
              </a:spcAft>
              <a:buClr>
                <a:schemeClr val="lt1"/>
              </a:buClr>
              <a:buSzPts val="1200"/>
              <a:buFont typeface="Urbanist"/>
              <a:buChar char="■"/>
              <a:defRPr/>
            </a:lvl9pPr>
          </a:lstStyle>
          <a:p/>
        </p:txBody>
      </p:sp>
      <p:sp>
        <p:nvSpPr>
          <p:cNvPr id="53" name="Google Shape;53;p5"/>
          <p:cNvSpPr txBox="1"/>
          <p:nvPr>
            <p:ph idx="4" type="subTitle"/>
          </p:nvPr>
        </p:nvSpPr>
        <p:spPr>
          <a:xfrm>
            <a:off x="320625" y="4675975"/>
            <a:ext cx="27000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54" name="Google Shape;54;p5"/>
          <p:cNvSpPr txBox="1"/>
          <p:nvPr>
            <p:ph idx="5" type="subTitle"/>
          </p:nvPr>
        </p:nvSpPr>
        <p:spPr>
          <a:xfrm>
            <a:off x="4716740" y="4675975"/>
            <a:ext cx="22947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55" name="Google Shape;55;p5"/>
          <p:cNvSpPr txBox="1"/>
          <p:nvPr>
            <p:ph idx="6" type="subTitle"/>
          </p:nvPr>
        </p:nvSpPr>
        <p:spPr>
          <a:xfrm>
            <a:off x="6859200" y="4683725"/>
            <a:ext cx="2056500" cy="228600"/>
          </a:xfrm>
          <a:prstGeom prst="rect">
            <a:avLst/>
          </a:prstGeom>
        </p:spPr>
        <p:txBody>
          <a:bodyPr anchorCtr="0" anchor="b" bIns="0" lIns="0" spcFirstLastPara="1" rIns="0" wrap="square" tIns="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56" name="Google Shape;56;p5"/>
          <p:cNvSpPr/>
          <p:nvPr/>
        </p:nvSpPr>
        <p:spPr>
          <a:xfrm>
            <a:off x="228600" y="4837500"/>
            <a:ext cx="48900" cy="48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57" name="Google Shape;57;p5"/>
          <p:cNvSpPr/>
          <p:nvPr/>
        </p:nvSpPr>
        <p:spPr>
          <a:xfrm>
            <a:off x="4618950" y="4839000"/>
            <a:ext cx="45900" cy="45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cxnSp>
        <p:nvCxnSpPr>
          <p:cNvPr id="58" name="Google Shape;58;p5"/>
          <p:cNvCxnSpPr/>
          <p:nvPr/>
        </p:nvCxnSpPr>
        <p:spPr>
          <a:xfrm>
            <a:off x="228600" y="226100"/>
            <a:ext cx="8687100" cy="0"/>
          </a:xfrm>
          <a:prstGeom prst="straightConnector1">
            <a:avLst/>
          </a:prstGeom>
          <a:noFill/>
          <a:ln cap="flat" cmpd="sng" w="9525">
            <a:solidFill>
              <a:schemeClr val="lt2"/>
            </a:solidFill>
            <a:prstDash val="solid"/>
            <a:round/>
            <a:headEnd len="med" w="med" type="none"/>
            <a:tailEnd len="med" w="med" type="none"/>
          </a:ln>
        </p:spPr>
      </p:cxnSp>
      <p:cxnSp>
        <p:nvCxnSpPr>
          <p:cNvPr id="59" name="Google Shape;59;p5"/>
          <p:cNvCxnSpPr/>
          <p:nvPr/>
        </p:nvCxnSpPr>
        <p:spPr>
          <a:xfrm>
            <a:off x="4444600" y="570000"/>
            <a:ext cx="4470900" cy="0"/>
          </a:xfrm>
          <a:prstGeom prst="straightConnector1">
            <a:avLst/>
          </a:prstGeom>
          <a:noFill/>
          <a:ln cap="flat" cmpd="sng" w="9525">
            <a:solidFill>
              <a:schemeClr val="lt2"/>
            </a:solidFill>
            <a:prstDash val="solid"/>
            <a:round/>
            <a:headEnd len="med" w="med" type="none"/>
            <a:tailEnd len="med" w="med" type="none"/>
          </a:ln>
        </p:spPr>
      </p:cxnSp>
      <p:cxnSp>
        <p:nvCxnSpPr>
          <p:cNvPr id="60" name="Google Shape;60;p5"/>
          <p:cNvCxnSpPr/>
          <p:nvPr/>
        </p:nvCxnSpPr>
        <p:spPr>
          <a:xfrm>
            <a:off x="4442500" y="226100"/>
            <a:ext cx="0" cy="4457700"/>
          </a:xfrm>
          <a:prstGeom prst="straightConnector1">
            <a:avLst/>
          </a:prstGeom>
          <a:noFill/>
          <a:ln cap="flat" cmpd="sng" w="9525">
            <a:solidFill>
              <a:schemeClr val="lt2"/>
            </a:solidFill>
            <a:prstDash val="solid"/>
            <a:round/>
            <a:headEnd len="med" w="med" type="none"/>
            <a:tailEnd len="med" w="med" type="none"/>
          </a:ln>
        </p:spPr>
      </p:cxnSp>
      <p:cxnSp>
        <p:nvCxnSpPr>
          <p:cNvPr id="61" name="Google Shape;61;p5"/>
          <p:cNvCxnSpPr/>
          <p:nvPr/>
        </p:nvCxnSpPr>
        <p:spPr>
          <a:xfrm>
            <a:off x="238800" y="4683300"/>
            <a:ext cx="8676900" cy="0"/>
          </a:xfrm>
          <a:prstGeom prst="straightConnector1">
            <a:avLst/>
          </a:prstGeom>
          <a:noFill/>
          <a:ln cap="flat" cmpd="sng" w="9525">
            <a:solidFill>
              <a:schemeClr val="accent1"/>
            </a:solidFill>
            <a:prstDash val="solid"/>
            <a:round/>
            <a:headEnd len="med" w="med" type="none"/>
            <a:tailEnd len="med" w="med" type="none"/>
          </a:ln>
        </p:spPr>
      </p:cxn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ALT 1">
  <p:cSld name="BLANK_1_1_1_1_3">
    <p:spTree>
      <p:nvGrpSpPr>
        <p:cNvPr id="62" name="Shape 62"/>
        <p:cNvGrpSpPr/>
        <p:nvPr/>
      </p:nvGrpSpPr>
      <p:grpSpPr>
        <a:xfrm>
          <a:off x="0" y="0"/>
          <a:ext cx="0" cy="0"/>
          <a:chOff x="0" y="0"/>
          <a:chExt cx="0" cy="0"/>
        </a:xfrm>
      </p:grpSpPr>
      <p:sp>
        <p:nvSpPr>
          <p:cNvPr id="63" name="Google Shape;63;p6"/>
          <p:cNvSpPr txBox="1"/>
          <p:nvPr>
            <p:ph type="title"/>
          </p:nvPr>
        </p:nvSpPr>
        <p:spPr>
          <a:xfrm>
            <a:off x="228600" y="613525"/>
            <a:ext cx="3904500" cy="1162800"/>
          </a:xfrm>
          <a:prstGeom prst="rect">
            <a:avLst/>
          </a:prstGeom>
        </p:spPr>
        <p:txBody>
          <a:bodyPr anchorCtr="0" anchor="t" bIns="91425" lIns="0" spcFirstLastPara="1" rIns="91425" wrap="square" tIns="0">
            <a:spAutoFit/>
          </a:bodyPr>
          <a:lstStyle>
            <a:lvl1pPr lvl="0">
              <a:lnSpc>
                <a:spcPct val="85000"/>
              </a:lnSpc>
              <a:spcBef>
                <a:spcPts val="0"/>
              </a:spcBef>
              <a:spcAft>
                <a:spcPts val="0"/>
              </a:spcAft>
              <a:buNone/>
              <a:defRPr sz="3400">
                <a:solidFill>
                  <a:schemeClr val="dk2"/>
                </a:solidFill>
              </a:defRPr>
            </a:lvl1pPr>
            <a:lvl2pPr lvl="1">
              <a:lnSpc>
                <a:spcPct val="85000"/>
              </a:lnSpc>
              <a:spcBef>
                <a:spcPts val="0"/>
              </a:spcBef>
              <a:spcAft>
                <a:spcPts val="0"/>
              </a:spcAft>
              <a:buNone/>
              <a:defRPr sz="3600">
                <a:solidFill>
                  <a:schemeClr val="dk2"/>
                </a:solidFill>
              </a:defRPr>
            </a:lvl2pPr>
            <a:lvl3pPr lvl="2">
              <a:lnSpc>
                <a:spcPct val="85000"/>
              </a:lnSpc>
              <a:spcBef>
                <a:spcPts val="0"/>
              </a:spcBef>
              <a:spcAft>
                <a:spcPts val="0"/>
              </a:spcAft>
              <a:buNone/>
              <a:defRPr sz="3600">
                <a:solidFill>
                  <a:schemeClr val="dk2"/>
                </a:solidFill>
              </a:defRPr>
            </a:lvl3pPr>
            <a:lvl4pPr lvl="3">
              <a:lnSpc>
                <a:spcPct val="85000"/>
              </a:lnSpc>
              <a:spcBef>
                <a:spcPts val="0"/>
              </a:spcBef>
              <a:spcAft>
                <a:spcPts val="0"/>
              </a:spcAft>
              <a:buNone/>
              <a:defRPr sz="3600">
                <a:solidFill>
                  <a:schemeClr val="dk2"/>
                </a:solidFill>
              </a:defRPr>
            </a:lvl4pPr>
            <a:lvl5pPr lvl="4">
              <a:lnSpc>
                <a:spcPct val="85000"/>
              </a:lnSpc>
              <a:spcBef>
                <a:spcPts val="0"/>
              </a:spcBef>
              <a:spcAft>
                <a:spcPts val="0"/>
              </a:spcAft>
              <a:buNone/>
              <a:defRPr sz="3600">
                <a:solidFill>
                  <a:schemeClr val="dk2"/>
                </a:solidFill>
              </a:defRPr>
            </a:lvl5pPr>
            <a:lvl6pPr lvl="5">
              <a:lnSpc>
                <a:spcPct val="85000"/>
              </a:lnSpc>
              <a:spcBef>
                <a:spcPts val="0"/>
              </a:spcBef>
              <a:spcAft>
                <a:spcPts val="0"/>
              </a:spcAft>
              <a:buNone/>
              <a:defRPr sz="3600">
                <a:solidFill>
                  <a:schemeClr val="dk2"/>
                </a:solidFill>
              </a:defRPr>
            </a:lvl6pPr>
            <a:lvl7pPr lvl="6">
              <a:lnSpc>
                <a:spcPct val="85000"/>
              </a:lnSpc>
              <a:spcBef>
                <a:spcPts val="0"/>
              </a:spcBef>
              <a:spcAft>
                <a:spcPts val="0"/>
              </a:spcAft>
              <a:buNone/>
              <a:defRPr sz="3600">
                <a:solidFill>
                  <a:schemeClr val="dk2"/>
                </a:solidFill>
              </a:defRPr>
            </a:lvl7pPr>
            <a:lvl8pPr lvl="7">
              <a:lnSpc>
                <a:spcPct val="85000"/>
              </a:lnSpc>
              <a:spcBef>
                <a:spcPts val="0"/>
              </a:spcBef>
              <a:spcAft>
                <a:spcPts val="0"/>
              </a:spcAft>
              <a:buNone/>
              <a:defRPr sz="3600">
                <a:solidFill>
                  <a:schemeClr val="dk2"/>
                </a:solidFill>
              </a:defRPr>
            </a:lvl8pPr>
            <a:lvl9pPr lvl="8">
              <a:lnSpc>
                <a:spcPct val="85000"/>
              </a:lnSpc>
              <a:spcBef>
                <a:spcPts val="0"/>
              </a:spcBef>
              <a:spcAft>
                <a:spcPts val="0"/>
              </a:spcAft>
              <a:buNone/>
              <a:defRPr sz="3600">
                <a:solidFill>
                  <a:schemeClr val="dk2"/>
                </a:solidFill>
              </a:defRPr>
            </a:lvl9pPr>
          </a:lstStyle>
          <a:p/>
        </p:txBody>
      </p:sp>
      <p:sp>
        <p:nvSpPr>
          <p:cNvPr id="64" name="Google Shape;64;p6"/>
          <p:cNvSpPr/>
          <p:nvPr>
            <p:ph idx="2" type="pic"/>
          </p:nvPr>
        </p:nvSpPr>
        <p:spPr>
          <a:xfrm>
            <a:off x="4523050" y="737975"/>
            <a:ext cx="2164800" cy="1350300"/>
          </a:xfrm>
          <a:prstGeom prst="roundRect">
            <a:avLst>
              <a:gd fmla="val 7802" name="adj"/>
            </a:avLst>
          </a:prstGeom>
          <a:noFill/>
          <a:ln cap="flat" cmpd="sng" w="9525">
            <a:solidFill>
              <a:schemeClr val="accent1"/>
            </a:solidFill>
            <a:prstDash val="solid"/>
            <a:round/>
            <a:headEnd len="sm" w="sm" type="none"/>
            <a:tailEnd len="sm" w="sm" type="none"/>
          </a:ln>
        </p:spPr>
      </p:sp>
      <p:sp>
        <p:nvSpPr>
          <p:cNvPr id="65" name="Google Shape;65;p6"/>
          <p:cNvSpPr/>
          <p:nvPr>
            <p:ph idx="3" type="pic"/>
          </p:nvPr>
        </p:nvSpPr>
        <p:spPr>
          <a:xfrm>
            <a:off x="6752100" y="737775"/>
            <a:ext cx="2164800" cy="1350300"/>
          </a:xfrm>
          <a:prstGeom prst="roundRect">
            <a:avLst>
              <a:gd fmla="val 7802" name="adj"/>
            </a:avLst>
          </a:prstGeom>
          <a:noFill/>
          <a:ln cap="flat" cmpd="sng" w="9525">
            <a:solidFill>
              <a:schemeClr val="accent1"/>
            </a:solidFill>
            <a:prstDash val="solid"/>
            <a:round/>
            <a:headEnd len="sm" w="sm" type="none"/>
            <a:tailEnd len="sm" w="sm" type="none"/>
          </a:ln>
        </p:spPr>
      </p:sp>
      <p:sp>
        <p:nvSpPr>
          <p:cNvPr id="66" name="Google Shape;66;p6"/>
          <p:cNvSpPr/>
          <p:nvPr>
            <p:ph idx="4" type="pic"/>
          </p:nvPr>
        </p:nvSpPr>
        <p:spPr>
          <a:xfrm>
            <a:off x="4523050" y="2158000"/>
            <a:ext cx="4394100" cy="2282700"/>
          </a:xfrm>
          <a:prstGeom prst="roundRect">
            <a:avLst>
              <a:gd fmla="val 6108" name="adj"/>
            </a:avLst>
          </a:prstGeom>
          <a:noFill/>
          <a:ln cap="flat" cmpd="sng" w="9525">
            <a:solidFill>
              <a:schemeClr val="accent1"/>
            </a:solidFill>
            <a:prstDash val="solid"/>
            <a:round/>
            <a:headEnd len="sm" w="sm" type="none"/>
            <a:tailEnd len="sm" w="sm" type="none"/>
          </a:ln>
        </p:spPr>
      </p:sp>
      <p:sp>
        <p:nvSpPr>
          <p:cNvPr id="67" name="Google Shape;67;p6"/>
          <p:cNvSpPr txBox="1"/>
          <p:nvPr>
            <p:ph idx="1" type="body"/>
          </p:nvPr>
        </p:nvSpPr>
        <p:spPr>
          <a:xfrm>
            <a:off x="233850" y="3127075"/>
            <a:ext cx="2920800" cy="13137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Urbanist"/>
              <a:buChar char="●"/>
              <a:defRPr sz="1000"/>
            </a:lvl1pPr>
            <a:lvl2pPr indent="-292100" lvl="1" marL="914400">
              <a:spcBef>
                <a:spcPts val="0"/>
              </a:spcBef>
              <a:spcAft>
                <a:spcPts val="0"/>
              </a:spcAft>
              <a:buClr>
                <a:schemeClr val="lt1"/>
              </a:buClr>
              <a:buSzPts val="1000"/>
              <a:buFont typeface="Urbanist"/>
              <a:buChar char="○"/>
              <a:defRPr sz="1000"/>
            </a:lvl2pPr>
            <a:lvl3pPr indent="-292100" lvl="2" marL="1371600">
              <a:spcBef>
                <a:spcPts val="0"/>
              </a:spcBef>
              <a:spcAft>
                <a:spcPts val="0"/>
              </a:spcAft>
              <a:buClr>
                <a:schemeClr val="lt1"/>
              </a:buClr>
              <a:buSzPts val="1000"/>
              <a:buFont typeface="Urbanist"/>
              <a:buChar char="■"/>
              <a:defRPr sz="1000"/>
            </a:lvl3pPr>
            <a:lvl4pPr indent="-292100" lvl="3" marL="1828800">
              <a:spcBef>
                <a:spcPts val="0"/>
              </a:spcBef>
              <a:spcAft>
                <a:spcPts val="0"/>
              </a:spcAft>
              <a:buClr>
                <a:schemeClr val="lt1"/>
              </a:buClr>
              <a:buSzPts val="1000"/>
              <a:buFont typeface="Urbanist"/>
              <a:buChar char="●"/>
              <a:defRPr sz="1000"/>
            </a:lvl4pPr>
            <a:lvl5pPr indent="-292100" lvl="4" marL="2286000">
              <a:spcBef>
                <a:spcPts val="0"/>
              </a:spcBef>
              <a:spcAft>
                <a:spcPts val="0"/>
              </a:spcAft>
              <a:buClr>
                <a:schemeClr val="lt1"/>
              </a:buClr>
              <a:buSzPts val="1000"/>
              <a:buFont typeface="Urbanist"/>
              <a:buChar char="○"/>
              <a:defRPr sz="1000"/>
            </a:lvl5pPr>
            <a:lvl6pPr indent="-292100" lvl="5" marL="2743200">
              <a:spcBef>
                <a:spcPts val="0"/>
              </a:spcBef>
              <a:spcAft>
                <a:spcPts val="0"/>
              </a:spcAft>
              <a:buClr>
                <a:schemeClr val="lt1"/>
              </a:buClr>
              <a:buSzPts val="1000"/>
              <a:buFont typeface="Urbanist"/>
              <a:buChar char="■"/>
              <a:defRPr sz="1000"/>
            </a:lvl6pPr>
            <a:lvl7pPr indent="-292100" lvl="6" marL="3200400">
              <a:spcBef>
                <a:spcPts val="0"/>
              </a:spcBef>
              <a:spcAft>
                <a:spcPts val="0"/>
              </a:spcAft>
              <a:buClr>
                <a:schemeClr val="lt1"/>
              </a:buClr>
              <a:buSzPts val="1000"/>
              <a:buFont typeface="Urbanist"/>
              <a:buChar char="●"/>
              <a:defRPr sz="1000"/>
            </a:lvl7pPr>
            <a:lvl8pPr indent="-292100" lvl="7" marL="3657600">
              <a:spcBef>
                <a:spcPts val="0"/>
              </a:spcBef>
              <a:spcAft>
                <a:spcPts val="0"/>
              </a:spcAft>
              <a:buClr>
                <a:schemeClr val="lt1"/>
              </a:buClr>
              <a:buSzPts val="1000"/>
              <a:buFont typeface="Urbanist"/>
              <a:buChar char="○"/>
              <a:defRPr sz="1000"/>
            </a:lvl8pPr>
            <a:lvl9pPr indent="-292100" lvl="8" marL="4114800">
              <a:spcBef>
                <a:spcPts val="0"/>
              </a:spcBef>
              <a:spcAft>
                <a:spcPts val="0"/>
              </a:spcAft>
              <a:buClr>
                <a:schemeClr val="lt1"/>
              </a:buClr>
              <a:buSzPts val="1000"/>
              <a:buFont typeface="Urbanist"/>
              <a:buChar char="■"/>
              <a:defRPr sz="1000"/>
            </a:lvl9pPr>
          </a:lstStyle>
          <a:p/>
        </p:txBody>
      </p:sp>
      <p:sp>
        <p:nvSpPr>
          <p:cNvPr id="68" name="Google Shape;68;p6"/>
          <p:cNvSpPr txBox="1"/>
          <p:nvPr>
            <p:ph idx="5" type="subTitle"/>
          </p:nvPr>
        </p:nvSpPr>
        <p:spPr>
          <a:xfrm>
            <a:off x="320625" y="4675975"/>
            <a:ext cx="27000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69" name="Google Shape;69;p6"/>
          <p:cNvSpPr txBox="1"/>
          <p:nvPr>
            <p:ph idx="6" type="subTitle"/>
          </p:nvPr>
        </p:nvSpPr>
        <p:spPr>
          <a:xfrm>
            <a:off x="4716740" y="4675975"/>
            <a:ext cx="22947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70" name="Google Shape;70;p6"/>
          <p:cNvSpPr txBox="1"/>
          <p:nvPr>
            <p:ph idx="7" type="subTitle"/>
          </p:nvPr>
        </p:nvSpPr>
        <p:spPr>
          <a:xfrm>
            <a:off x="6859200" y="4683725"/>
            <a:ext cx="2056500" cy="228600"/>
          </a:xfrm>
          <a:prstGeom prst="rect">
            <a:avLst/>
          </a:prstGeom>
        </p:spPr>
        <p:txBody>
          <a:bodyPr anchorCtr="0" anchor="b" bIns="0" lIns="0" spcFirstLastPara="1" rIns="0" wrap="square" tIns="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71" name="Google Shape;71;p6"/>
          <p:cNvSpPr/>
          <p:nvPr/>
        </p:nvSpPr>
        <p:spPr>
          <a:xfrm>
            <a:off x="228600" y="4837500"/>
            <a:ext cx="48900" cy="48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72" name="Google Shape;72;p6"/>
          <p:cNvSpPr/>
          <p:nvPr/>
        </p:nvSpPr>
        <p:spPr>
          <a:xfrm>
            <a:off x="4618950" y="4839000"/>
            <a:ext cx="45900" cy="45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73" name="Google Shape;73;p6"/>
          <p:cNvSpPr txBox="1"/>
          <p:nvPr>
            <p:ph idx="8" type="subTitle"/>
          </p:nvPr>
        </p:nvSpPr>
        <p:spPr>
          <a:xfrm>
            <a:off x="228600" y="228600"/>
            <a:ext cx="2920800" cy="228600"/>
          </a:xfrm>
          <a:prstGeom prst="rect">
            <a:avLst/>
          </a:prstGeom>
        </p:spPr>
        <p:txBody>
          <a:bodyPr anchorCtr="0" anchor="t" bIns="0" lIns="0" spcFirstLastPara="1" rIns="0" wrap="square" tIns="0">
            <a:noAutofit/>
          </a:bodyPr>
          <a:lstStyle>
            <a:lvl1pPr lvl="0">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9pPr>
          </a:lstStyle>
          <a:p/>
        </p:txBody>
      </p:sp>
      <p:cxnSp>
        <p:nvCxnSpPr>
          <p:cNvPr id="74" name="Google Shape;74;p6"/>
          <p:cNvCxnSpPr/>
          <p:nvPr/>
        </p:nvCxnSpPr>
        <p:spPr>
          <a:xfrm>
            <a:off x="238800" y="4683300"/>
            <a:ext cx="8676900" cy="0"/>
          </a:xfrm>
          <a:prstGeom prst="straightConnector1">
            <a:avLst/>
          </a:prstGeom>
          <a:noFill/>
          <a:ln cap="flat" cmpd="sng" w="9525">
            <a:solidFill>
              <a:schemeClr val="accent1"/>
            </a:solidFill>
            <a:prstDash val="solid"/>
            <a:round/>
            <a:headEnd len="med" w="med" type="none"/>
            <a:tailEnd len="med" w="med" type="none"/>
          </a:ln>
        </p:spPr>
      </p:cxnSp>
    </p:spTree>
  </p:cSld>
  <p:clrMapOvr>
    <a:masterClrMapping/>
  </p:clrMapOvr>
  <p:extLst>
    <p:ext uri="{DCECCB84-F9BA-43D5-87BE-67443E8EF086}">
      <p15:sldGuideLst>
        <p15:guide id="1" orient="horz" pos="2805">
          <p15:clr>
            <a:srgbClr val="E46962"/>
          </p15:clr>
        </p15:guide>
      </p15:sldGuideLst>
    </p:ext>
  </p:extLst>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ALT 1">
  <p:cSld name="BLANK_1_1_1_1_2">
    <p:spTree>
      <p:nvGrpSpPr>
        <p:cNvPr id="75" name="Shape 75"/>
        <p:cNvGrpSpPr/>
        <p:nvPr/>
      </p:nvGrpSpPr>
      <p:grpSpPr>
        <a:xfrm>
          <a:off x="0" y="0"/>
          <a:ext cx="0" cy="0"/>
          <a:chOff x="0" y="0"/>
          <a:chExt cx="0" cy="0"/>
        </a:xfrm>
      </p:grpSpPr>
      <p:pic>
        <p:nvPicPr>
          <p:cNvPr id="76" name="Google Shape;76;p7"/>
          <p:cNvPicPr preferRelativeResize="0"/>
          <p:nvPr/>
        </p:nvPicPr>
        <p:blipFill rotWithShape="1">
          <a:blip r:embed="rId2">
            <a:alphaModFix amt="60000"/>
          </a:blip>
          <a:srcRect b="14588" l="0" r="15469" t="0"/>
          <a:stretch/>
        </p:blipFill>
        <p:spPr>
          <a:xfrm>
            <a:off x="25" y="1172500"/>
            <a:ext cx="5181349" cy="3493250"/>
          </a:xfrm>
          <a:prstGeom prst="rect">
            <a:avLst/>
          </a:prstGeom>
          <a:noFill/>
          <a:ln>
            <a:noFill/>
          </a:ln>
        </p:spPr>
      </p:pic>
      <p:sp>
        <p:nvSpPr>
          <p:cNvPr id="77" name="Google Shape;77;p7"/>
          <p:cNvSpPr txBox="1"/>
          <p:nvPr>
            <p:ph idx="1" type="subTitle"/>
          </p:nvPr>
        </p:nvSpPr>
        <p:spPr>
          <a:xfrm>
            <a:off x="320625" y="4675975"/>
            <a:ext cx="27000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78" name="Google Shape;78;p7"/>
          <p:cNvSpPr txBox="1"/>
          <p:nvPr>
            <p:ph idx="2" type="subTitle"/>
          </p:nvPr>
        </p:nvSpPr>
        <p:spPr>
          <a:xfrm>
            <a:off x="4716740" y="4675975"/>
            <a:ext cx="22947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79" name="Google Shape;79;p7"/>
          <p:cNvSpPr txBox="1"/>
          <p:nvPr>
            <p:ph idx="3" type="subTitle"/>
          </p:nvPr>
        </p:nvSpPr>
        <p:spPr>
          <a:xfrm>
            <a:off x="6859200" y="4683725"/>
            <a:ext cx="2056500" cy="228600"/>
          </a:xfrm>
          <a:prstGeom prst="rect">
            <a:avLst/>
          </a:prstGeom>
        </p:spPr>
        <p:txBody>
          <a:bodyPr anchorCtr="0" anchor="b" bIns="0" lIns="0" spcFirstLastPara="1" rIns="0" wrap="square" tIns="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80" name="Google Shape;80;p7"/>
          <p:cNvSpPr txBox="1"/>
          <p:nvPr>
            <p:ph type="title"/>
          </p:nvPr>
        </p:nvSpPr>
        <p:spPr>
          <a:xfrm>
            <a:off x="277500" y="228600"/>
            <a:ext cx="3904500" cy="1162800"/>
          </a:xfrm>
          <a:prstGeom prst="rect">
            <a:avLst/>
          </a:prstGeom>
        </p:spPr>
        <p:txBody>
          <a:bodyPr anchorCtr="0" anchor="t" bIns="91425" lIns="0" spcFirstLastPara="1" rIns="91425" wrap="square" tIns="0">
            <a:spAutoFit/>
          </a:bodyPr>
          <a:lstStyle>
            <a:lvl1pPr lvl="0">
              <a:lnSpc>
                <a:spcPct val="85000"/>
              </a:lnSpc>
              <a:spcBef>
                <a:spcPts val="0"/>
              </a:spcBef>
              <a:spcAft>
                <a:spcPts val="0"/>
              </a:spcAft>
              <a:buNone/>
              <a:defRPr sz="3400">
                <a:solidFill>
                  <a:schemeClr val="dk2"/>
                </a:solidFill>
              </a:defRPr>
            </a:lvl1pPr>
            <a:lvl2pPr lvl="1">
              <a:lnSpc>
                <a:spcPct val="85000"/>
              </a:lnSpc>
              <a:spcBef>
                <a:spcPts val="0"/>
              </a:spcBef>
              <a:spcAft>
                <a:spcPts val="0"/>
              </a:spcAft>
              <a:buNone/>
              <a:defRPr sz="3600">
                <a:solidFill>
                  <a:schemeClr val="dk2"/>
                </a:solidFill>
              </a:defRPr>
            </a:lvl2pPr>
            <a:lvl3pPr lvl="2">
              <a:lnSpc>
                <a:spcPct val="85000"/>
              </a:lnSpc>
              <a:spcBef>
                <a:spcPts val="0"/>
              </a:spcBef>
              <a:spcAft>
                <a:spcPts val="0"/>
              </a:spcAft>
              <a:buNone/>
              <a:defRPr sz="3600">
                <a:solidFill>
                  <a:schemeClr val="dk2"/>
                </a:solidFill>
              </a:defRPr>
            </a:lvl3pPr>
            <a:lvl4pPr lvl="3">
              <a:lnSpc>
                <a:spcPct val="85000"/>
              </a:lnSpc>
              <a:spcBef>
                <a:spcPts val="0"/>
              </a:spcBef>
              <a:spcAft>
                <a:spcPts val="0"/>
              </a:spcAft>
              <a:buNone/>
              <a:defRPr sz="3600">
                <a:solidFill>
                  <a:schemeClr val="dk2"/>
                </a:solidFill>
              </a:defRPr>
            </a:lvl4pPr>
            <a:lvl5pPr lvl="4">
              <a:lnSpc>
                <a:spcPct val="85000"/>
              </a:lnSpc>
              <a:spcBef>
                <a:spcPts val="0"/>
              </a:spcBef>
              <a:spcAft>
                <a:spcPts val="0"/>
              </a:spcAft>
              <a:buNone/>
              <a:defRPr sz="3600">
                <a:solidFill>
                  <a:schemeClr val="dk2"/>
                </a:solidFill>
              </a:defRPr>
            </a:lvl5pPr>
            <a:lvl6pPr lvl="5">
              <a:lnSpc>
                <a:spcPct val="85000"/>
              </a:lnSpc>
              <a:spcBef>
                <a:spcPts val="0"/>
              </a:spcBef>
              <a:spcAft>
                <a:spcPts val="0"/>
              </a:spcAft>
              <a:buNone/>
              <a:defRPr sz="3600">
                <a:solidFill>
                  <a:schemeClr val="dk2"/>
                </a:solidFill>
              </a:defRPr>
            </a:lvl6pPr>
            <a:lvl7pPr lvl="6">
              <a:lnSpc>
                <a:spcPct val="85000"/>
              </a:lnSpc>
              <a:spcBef>
                <a:spcPts val="0"/>
              </a:spcBef>
              <a:spcAft>
                <a:spcPts val="0"/>
              </a:spcAft>
              <a:buNone/>
              <a:defRPr sz="3600">
                <a:solidFill>
                  <a:schemeClr val="dk2"/>
                </a:solidFill>
              </a:defRPr>
            </a:lvl7pPr>
            <a:lvl8pPr lvl="7">
              <a:lnSpc>
                <a:spcPct val="85000"/>
              </a:lnSpc>
              <a:spcBef>
                <a:spcPts val="0"/>
              </a:spcBef>
              <a:spcAft>
                <a:spcPts val="0"/>
              </a:spcAft>
              <a:buNone/>
              <a:defRPr sz="3600">
                <a:solidFill>
                  <a:schemeClr val="dk2"/>
                </a:solidFill>
              </a:defRPr>
            </a:lvl8pPr>
            <a:lvl9pPr lvl="8">
              <a:lnSpc>
                <a:spcPct val="85000"/>
              </a:lnSpc>
              <a:spcBef>
                <a:spcPts val="0"/>
              </a:spcBef>
              <a:spcAft>
                <a:spcPts val="0"/>
              </a:spcAft>
              <a:buNone/>
              <a:defRPr sz="3600">
                <a:solidFill>
                  <a:schemeClr val="dk2"/>
                </a:solidFill>
              </a:defRPr>
            </a:lvl9pPr>
          </a:lstStyle>
          <a:p/>
        </p:txBody>
      </p:sp>
      <p:cxnSp>
        <p:nvCxnSpPr>
          <p:cNvPr id="81" name="Google Shape;81;p7"/>
          <p:cNvCxnSpPr/>
          <p:nvPr/>
        </p:nvCxnSpPr>
        <p:spPr>
          <a:xfrm>
            <a:off x="238800" y="4683300"/>
            <a:ext cx="8676900" cy="0"/>
          </a:xfrm>
          <a:prstGeom prst="straightConnector1">
            <a:avLst/>
          </a:prstGeom>
          <a:noFill/>
          <a:ln cap="flat" cmpd="sng" w="9525">
            <a:solidFill>
              <a:schemeClr val="accent1"/>
            </a:solidFill>
            <a:prstDash val="solid"/>
            <a:round/>
            <a:headEnd len="med" w="med" type="none"/>
            <a:tailEnd len="med" w="med" type="none"/>
          </a:ln>
        </p:spPr>
      </p:cxnSp>
      <p:sp>
        <p:nvSpPr>
          <p:cNvPr id="82" name="Google Shape;82;p7"/>
          <p:cNvSpPr txBox="1"/>
          <p:nvPr>
            <p:ph idx="4" type="subTitle"/>
          </p:nvPr>
        </p:nvSpPr>
        <p:spPr>
          <a:xfrm>
            <a:off x="4744575" y="387150"/>
            <a:ext cx="322500" cy="2886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3"/>
              </a:buClr>
              <a:buSzPts val="1600"/>
              <a:buFont typeface="Urbanist"/>
              <a:buNone/>
              <a:defRPr>
                <a:solidFill>
                  <a:schemeClr val="accent3"/>
                </a:solidFill>
              </a:defRPr>
            </a:lvl1pPr>
            <a:lvl2pPr lvl="1">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2pPr>
            <a:lvl3pPr lvl="2">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3pPr>
            <a:lvl4pPr lvl="3">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4pPr>
            <a:lvl5pPr lvl="4">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5pPr>
            <a:lvl6pPr lvl="5">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6pPr>
            <a:lvl7pPr lvl="6">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7pPr>
            <a:lvl8pPr lvl="7">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8pPr>
            <a:lvl9pPr lvl="8">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9pPr>
          </a:lstStyle>
          <a:p/>
        </p:txBody>
      </p:sp>
      <p:sp>
        <p:nvSpPr>
          <p:cNvPr id="83" name="Google Shape;83;p7"/>
          <p:cNvSpPr txBox="1"/>
          <p:nvPr>
            <p:ph idx="5" type="subTitle"/>
          </p:nvPr>
        </p:nvSpPr>
        <p:spPr>
          <a:xfrm>
            <a:off x="4744575" y="1066588"/>
            <a:ext cx="322500" cy="2886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3"/>
              </a:buClr>
              <a:buSzPts val="1600"/>
              <a:buFont typeface="Urbanist"/>
              <a:buNone/>
              <a:defRPr>
                <a:solidFill>
                  <a:schemeClr val="accent3"/>
                </a:solidFill>
              </a:defRPr>
            </a:lvl1pPr>
            <a:lvl2pPr lvl="1">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2pPr>
            <a:lvl3pPr lvl="2">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3pPr>
            <a:lvl4pPr lvl="3">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4pPr>
            <a:lvl5pPr lvl="4">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5pPr>
            <a:lvl6pPr lvl="5">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6pPr>
            <a:lvl7pPr lvl="6">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7pPr>
            <a:lvl8pPr lvl="7">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8pPr>
            <a:lvl9pPr lvl="8">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9pPr>
          </a:lstStyle>
          <a:p/>
        </p:txBody>
      </p:sp>
      <p:sp>
        <p:nvSpPr>
          <p:cNvPr id="84" name="Google Shape;84;p7"/>
          <p:cNvSpPr txBox="1"/>
          <p:nvPr>
            <p:ph idx="6" type="subTitle"/>
          </p:nvPr>
        </p:nvSpPr>
        <p:spPr>
          <a:xfrm>
            <a:off x="4744575" y="1742700"/>
            <a:ext cx="322500" cy="2886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3"/>
              </a:buClr>
              <a:buSzPts val="1600"/>
              <a:buFont typeface="Urbanist"/>
              <a:buNone/>
              <a:defRPr>
                <a:solidFill>
                  <a:schemeClr val="accent3"/>
                </a:solidFill>
              </a:defRPr>
            </a:lvl1pPr>
            <a:lvl2pPr lvl="1">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2pPr>
            <a:lvl3pPr lvl="2">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3pPr>
            <a:lvl4pPr lvl="3">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4pPr>
            <a:lvl5pPr lvl="4">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5pPr>
            <a:lvl6pPr lvl="5">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6pPr>
            <a:lvl7pPr lvl="6">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7pPr>
            <a:lvl8pPr lvl="7">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8pPr>
            <a:lvl9pPr lvl="8">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9pPr>
          </a:lstStyle>
          <a:p/>
        </p:txBody>
      </p:sp>
      <p:sp>
        <p:nvSpPr>
          <p:cNvPr id="85" name="Google Shape;85;p7"/>
          <p:cNvSpPr txBox="1"/>
          <p:nvPr>
            <p:ph idx="7" type="subTitle"/>
          </p:nvPr>
        </p:nvSpPr>
        <p:spPr>
          <a:xfrm>
            <a:off x="4744575" y="2420513"/>
            <a:ext cx="322500" cy="2886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3"/>
              </a:buClr>
              <a:buSzPts val="1600"/>
              <a:buFont typeface="Urbanist"/>
              <a:buNone/>
              <a:defRPr>
                <a:solidFill>
                  <a:schemeClr val="accent3"/>
                </a:solidFill>
              </a:defRPr>
            </a:lvl1pPr>
            <a:lvl2pPr lvl="1">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2pPr>
            <a:lvl3pPr lvl="2">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3pPr>
            <a:lvl4pPr lvl="3">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4pPr>
            <a:lvl5pPr lvl="4">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5pPr>
            <a:lvl6pPr lvl="5">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6pPr>
            <a:lvl7pPr lvl="6">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7pPr>
            <a:lvl8pPr lvl="7">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8pPr>
            <a:lvl9pPr lvl="8">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9pPr>
          </a:lstStyle>
          <a:p/>
        </p:txBody>
      </p:sp>
      <p:sp>
        <p:nvSpPr>
          <p:cNvPr id="86" name="Google Shape;86;p7"/>
          <p:cNvSpPr txBox="1"/>
          <p:nvPr>
            <p:ph idx="8" type="subTitle"/>
          </p:nvPr>
        </p:nvSpPr>
        <p:spPr>
          <a:xfrm>
            <a:off x="4744575" y="3098275"/>
            <a:ext cx="322500" cy="2886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3"/>
              </a:buClr>
              <a:buSzPts val="1600"/>
              <a:buFont typeface="Urbanist"/>
              <a:buNone/>
              <a:defRPr>
                <a:solidFill>
                  <a:schemeClr val="accent3"/>
                </a:solidFill>
              </a:defRPr>
            </a:lvl1pPr>
            <a:lvl2pPr lvl="1">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2pPr>
            <a:lvl3pPr lvl="2">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3pPr>
            <a:lvl4pPr lvl="3">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4pPr>
            <a:lvl5pPr lvl="4">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5pPr>
            <a:lvl6pPr lvl="5">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6pPr>
            <a:lvl7pPr lvl="6">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7pPr>
            <a:lvl8pPr lvl="7">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8pPr>
            <a:lvl9pPr lvl="8">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9pPr>
          </a:lstStyle>
          <a:p/>
        </p:txBody>
      </p:sp>
      <p:sp>
        <p:nvSpPr>
          <p:cNvPr id="87" name="Google Shape;87;p7"/>
          <p:cNvSpPr txBox="1"/>
          <p:nvPr>
            <p:ph idx="9" type="subTitle"/>
          </p:nvPr>
        </p:nvSpPr>
        <p:spPr>
          <a:xfrm>
            <a:off x="4744575" y="3776075"/>
            <a:ext cx="322500" cy="2886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3"/>
              </a:buClr>
              <a:buSzPts val="1600"/>
              <a:buFont typeface="Urbanist"/>
              <a:buNone/>
              <a:defRPr>
                <a:solidFill>
                  <a:schemeClr val="accent3"/>
                </a:solidFill>
              </a:defRPr>
            </a:lvl1pPr>
            <a:lvl2pPr lvl="1">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2pPr>
            <a:lvl3pPr lvl="2">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3pPr>
            <a:lvl4pPr lvl="3">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4pPr>
            <a:lvl5pPr lvl="4">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5pPr>
            <a:lvl6pPr lvl="5">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6pPr>
            <a:lvl7pPr lvl="6">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7pPr>
            <a:lvl8pPr lvl="7">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8pPr>
            <a:lvl9pPr lvl="8">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9pPr>
          </a:lstStyle>
          <a:p/>
        </p:txBody>
      </p:sp>
      <p:sp>
        <p:nvSpPr>
          <p:cNvPr id="88" name="Google Shape;88;p7"/>
          <p:cNvSpPr txBox="1"/>
          <p:nvPr>
            <p:ph idx="13" type="subTitle"/>
          </p:nvPr>
        </p:nvSpPr>
        <p:spPr>
          <a:xfrm>
            <a:off x="5067075" y="387150"/>
            <a:ext cx="3267600" cy="2886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600"/>
              <a:buFont typeface="Urbanist"/>
              <a:buNone/>
              <a:defRPr/>
            </a:lvl1pPr>
            <a:lvl2pPr lvl="1">
              <a:spcBef>
                <a:spcPts val="0"/>
              </a:spcBef>
              <a:spcAft>
                <a:spcPts val="0"/>
              </a:spcAft>
              <a:buClr>
                <a:schemeClr val="lt1"/>
              </a:buClr>
              <a:buSzPts val="1400"/>
              <a:buNone/>
              <a:defRPr>
                <a:solidFill>
                  <a:schemeClr val="lt1"/>
                </a:solidFill>
              </a:defRPr>
            </a:lvl2pPr>
            <a:lvl3pPr lvl="2">
              <a:spcBef>
                <a:spcPts val="0"/>
              </a:spcBef>
              <a:spcAft>
                <a:spcPts val="0"/>
              </a:spcAft>
              <a:buClr>
                <a:schemeClr val="lt1"/>
              </a:buClr>
              <a:buSzPts val="1400"/>
              <a:buNone/>
              <a:defRPr>
                <a:solidFill>
                  <a:schemeClr val="lt1"/>
                </a:solidFill>
              </a:defRPr>
            </a:lvl3pPr>
            <a:lvl4pPr lvl="3">
              <a:spcBef>
                <a:spcPts val="0"/>
              </a:spcBef>
              <a:spcAft>
                <a:spcPts val="0"/>
              </a:spcAft>
              <a:buClr>
                <a:schemeClr val="lt1"/>
              </a:buClr>
              <a:buSzPts val="1400"/>
              <a:buNone/>
              <a:defRPr>
                <a:solidFill>
                  <a:schemeClr val="lt1"/>
                </a:solidFill>
              </a:defRPr>
            </a:lvl4pPr>
            <a:lvl5pPr lvl="4">
              <a:spcBef>
                <a:spcPts val="0"/>
              </a:spcBef>
              <a:spcAft>
                <a:spcPts val="0"/>
              </a:spcAft>
              <a:buClr>
                <a:schemeClr val="lt1"/>
              </a:buClr>
              <a:buSzPts val="1400"/>
              <a:buNone/>
              <a:defRPr>
                <a:solidFill>
                  <a:schemeClr val="lt1"/>
                </a:solidFill>
              </a:defRPr>
            </a:lvl5pPr>
            <a:lvl6pPr lvl="5">
              <a:spcBef>
                <a:spcPts val="0"/>
              </a:spcBef>
              <a:spcAft>
                <a:spcPts val="0"/>
              </a:spcAft>
              <a:buClr>
                <a:schemeClr val="lt1"/>
              </a:buClr>
              <a:buSzPts val="1400"/>
              <a:buNone/>
              <a:defRPr>
                <a:solidFill>
                  <a:schemeClr val="lt1"/>
                </a:solidFill>
              </a:defRPr>
            </a:lvl6pPr>
            <a:lvl7pPr lvl="6">
              <a:spcBef>
                <a:spcPts val="0"/>
              </a:spcBef>
              <a:spcAft>
                <a:spcPts val="0"/>
              </a:spcAft>
              <a:buClr>
                <a:schemeClr val="lt1"/>
              </a:buClr>
              <a:buSzPts val="1400"/>
              <a:buNone/>
              <a:defRPr>
                <a:solidFill>
                  <a:schemeClr val="lt1"/>
                </a:solidFill>
              </a:defRPr>
            </a:lvl7pPr>
            <a:lvl8pPr lvl="7">
              <a:spcBef>
                <a:spcPts val="0"/>
              </a:spcBef>
              <a:spcAft>
                <a:spcPts val="0"/>
              </a:spcAft>
              <a:buClr>
                <a:schemeClr val="lt1"/>
              </a:buClr>
              <a:buSzPts val="1400"/>
              <a:buNone/>
              <a:defRPr>
                <a:solidFill>
                  <a:schemeClr val="lt1"/>
                </a:solidFill>
              </a:defRPr>
            </a:lvl8pPr>
            <a:lvl9pPr lvl="8">
              <a:spcBef>
                <a:spcPts val="0"/>
              </a:spcBef>
              <a:spcAft>
                <a:spcPts val="0"/>
              </a:spcAft>
              <a:buClr>
                <a:schemeClr val="lt1"/>
              </a:buClr>
              <a:buSzPts val="1400"/>
              <a:buNone/>
              <a:defRPr>
                <a:solidFill>
                  <a:schemeClr val="lt1"/>
                </a:solidFill>
              </a:defRPr>
            </a:lvl9pPr>
          </a:lstStyle>
          <a:p/>
        </p:txBody>
      </p:sp>
      <p:sp>
        <p:nvSpPr>
          <p:cNvPr id="89" name="Google Shape;89;p7"/>
          <p:cNvSpPr txBox="1"/>
          <p:nvPr>
            <p:ph idx="14" type="subTitle"/>
          </p:nvPr>
        </p:nvSpPr>
        <p:spPr>
          <a:xfrm>
            <a:off x="5067075" y="1061588"/>
            <a:ext cx="3267600" cy="2886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600"/>
              <a:buFont typeface="Urbanist"/>
              <a:buNone/>
              <a:defRPr/>
            </a:lvl1pPr>
            <a:lvl2pPr lvl="1">
              <a:spcBef>
                <a:spcPts val="0"/>
              </a:spcBef>
              <a:spcAft>
                <a:spcPts val="0"/>
              </a:spcAft>
              <a:buClr>
                <a:schemeClr val="lt1"/>
              </a:buClr>
              <a:buSzPts val="1400"/>
              <a:buNone/>
              <a:defRPr>
                <a:solidFill>
                  <a:schemeClr val="lt1"/>
                </a:solidFill>
              </a:defRPr>
            </a:lvl2pPr>
            <a:lvl3pPr lvl="2">
              <a:spcBef>
                <a:spcPts val="0"/>
              </a:spcBef>
              <a:spcAft>
                <a:spcPts val="0"/>
              </a:spcAft>
              <a:buClr>
                <a:schemeClr val="lt1"/>
              </a:buClr>
              <a:buSzPts val="1400"/>
              <a:buNone/>
              <a:defRPr>
                <a:solidFill>
                  <a:schemeClr val="lt1"/>
                </a:solidFill>
              </a:defRPr>
            </a:lvl3pPr>
            <a:lvl4pPr lvl="3">
              <a:spcBef>
                <a:spcPts val="0"/>
              </a:spcBef>
              <a:spcAft>
                <a:spcPts val="0"/>
              </a:spcAft>
              <a:buClr>
                <a:schemeClr val="lt1"/>
              </a:buClr>
              <a:buSzPts val="1400"/>
              <a:buNone/>
              <a:defRPr>
                <a:solidFill>
                  <a:schemeClr val="lt1"/>
                </a:solidFill>
              </a:defRPr>
            </a:lvl4pPr>
            <a:lvl5pPr lvl="4">
              <a:spcBef>
                <a:spcPts val="0"/>
              </a:spcBef>
              <a:spcAft>
                <a:spcPts val="0"/>
              </a:spcAft>
              <a:buClr>
                <a:schemeClr val="lt1"/>
              </a:buClr>
              <a:buSzPts val="1400"/>
              <a:buNone/>
              <a:defRPr>
                <a:solidFill>
                  <a:schemeClr val="lt1"/>
                </a:solidFill>
              </a:defRPr>
            </a:lvl5pPr>
            <a:lvl6pPr lvl="5">
              <a:spcBef>
                <a:spcPts val="0"/>
              </a:spcBef>
              <a:spcAft>
                <a:spcPts val="0"/>
              </a:spcAft>
              <a:buClr>
                <a:schemeClr val="lt1"/>
              </a:buClr>
              <a:buSzPts val="1400"/>
              <a:buNone/>
              <a:defRPr>
                <a:solidFill>
                  <a:schemeClr val="lt1"/>
                </a:solidFill>
              </a:defRPr>
            </a:lvl6pPr>
            <a:lvl7pPr lvl="6">
              <a:spcBef>
                <a:spcPts val="0"/>
              </a:spcBef>
              <a:spcAft>
                <a:spcPts val="0"/>
              </a:spcAft>
              <a:buClr>
                <a:schemeClr val="lt1"/>
              </a:buClr>
              <a:buSzPts val="1400"/>
              <a:buNone/>
              <a:defRPr>
                <a:solidFill>
                  <a:schemeClr val="lt1"/>
                </a:solidFill>
              </a:defRPr>
            </a:lvl7pPr>
            <a:lvl8pPr lvl="7">
              <a:spcBef>
                <a:spcPts val="0"/>
              </a:spcBef>
              <a:spcAft>
                <a:spcPts val="0"/>
              </a:spcAft>
              <a:buClr>
                <a:schemeClr val="lt1"/>
              </a:buClr>
              <a:buSzPts val="1400"/>
              <a:buNone/>
              <a:defRPr>
                <a:solidFill>
                  <a:schemeClr val="lt1"/>
                </a:solidFill>
              </a:defRPr>
            </a:lvl8pPr>
            <a:lvl9pPr lvl="8">
              <a:spcBef>
                <a:spcPts val="0"/>
              </a:spcBef>
              <a:spcAft>
                <a:spcPts val="0"/>
              </a:spcAft>
              <a:buClr>
                <a:schemeClr val="lt1"/>
              </a:buClr>
              <a:buSzPts val="1400"/>
              <a:buNone/>
              <a:defRPr>
                <a:solidFill>
                  <a:schemeClr val="lt1"/>
                </a:solidFill>
              </a:defRPr>
            </a:lvl9pPr>
          </a:lstStyle>
          <a:p/>
        </p:txBody>
      </p:sp>
      <p:sp>
        <p:nvSpPr>
          <p:cNvPr id="90" name="Google Shape;90;p7"/>
          <p:cNvSpPr txBox="1"/>
          <p:nvPr>
            <p:ph idx="15" type="subTitle"/>
          </p:nvPr>
        </p:nvSpPr>
        <p:spPr>
          <a:xfrm>
            <a:off x="5067075" y="1739350"/>
            <a:ext cx="3267600" cy="2886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600"/>
              <a:buFont typeface="Urbanist"/>
              <a:buNone/>
              <a:defRPr/>
            </a:lvl1pPr>
            <a:lvl2pPr lvl="1">
              <a:spcBef>
                <a:spcPts val="0"/>
              </a:spcBef>
              <a:spcAft>
                <a:spcPts val="0"/>
              </a:spcAft>
              <a:buClr>
                <a:schemeClr val="lt1"/>
              </a:buClr>
              <a:buSzPts val="1400"/>
              <a:buNone/>
              <a:defRPr>
                <a:solidFill>
                  <a:schemeClr val="lt1"/>
                </a:solidFill>
              </a:defRPr>
            </a:lvl2pPr>
            <a:lvl3pPr lvl="2">
              <a:spcBef>
                <a:spcPts val="0"/>
              </a:spcBef>
              <a:spcAft>
                <a:spcPts val="0"/>
              </a:spcAft>
              <a:buClr>
                <a:schemeClr val="lt1"/>
              </a:buClr>
              <a:buSzPts val="1400"/>
              <a:buNone/>
              <a:defRPr>
                <a:solidFill>
                  <a:schemeClr val="lt1"/>
                </a:solidFill>
              </a:defRPr>
            </a:lvl3pPr>
            <a:lvl4pPr lvl="3">
              <a:spcBef>
                <a:spcPts val="0"/>
              </a:spcBef>
              <a:spcAft>
                <a:spcPts val="0"/>
              </a:spcAft>
              <a:buClr>
                <a:schemeClr val="lt1"/>
              </a:buClr>
              <a:buSzPts val="1400"/>
              <a:buNone/>
              <a:defRPr>
                <a:solidFill>
                  <a:schemeClr val="lt1"/>
                </a:solidFill>
              </a:defRPr>
            </a:lvl4pPr>
            <a:lvl5pPr lvl="4">
              <a:spcBef>
                <a:spcPts val="0"/>
              </a:spcBef>
              <a:spcAft>
                <a:spcPts val="0"/>
              </a:spcAft>
              <a:buClr>
                <a:schemeClr val="lt1"/>
              </a:buClr>
              <a:buSzPts val="1400"/>
              <a:buNone/>
              <a:defRPr>
                <a:solidFill>
                  <a:schemeClr val="lt1"/>
                </a:solidFill>
              </a:defRPr>
            </a:lvl5pPr>
            <a:lvl6pPr lvl="5">
              <a:spcBef>
                <a:spcPts val="0"/>
              </a:spcBef>
              <a:spcAft>
                <a:spcPts val="0"/>
              </a:spcAft>
              <a:buClr>
                <a:schemeClr val="lt1"/>
              </a:buClr>
              <a:buSzPts val="1400"/>
              <a:buNone/>
              <a:defRPr>
                <a:solidFill>
                  <a:schemeClr val="lt1"/>
                </a:solidFill>
              </a:defRPr>
            </a:lvl6pPr>
            <a:lvl7pPr lvl="6">
              <a:spcBef>
                <a:spcPts val="0"/>
              </a:spcBef>
              <a:spcAft>
                <a:spcPts val="0"/>
              </a:spcAft>
              <a:buClr>
                <a:schemeClr val="lt1"/>
              </a:buClr>
              <a:buSzPts val="1400"/>
              <a:buNone/>
              <a:defRPr>
                <a:solidFill>
                  <a:schemeClr val="lt1"/>
                </a:solidFill>
              </a:defRPr>
            </a:lvl7pPr>
            <a:lvl8pPr lvl="7">
              <a:spcBef>
                <a:spcPts val="0"/>
              </a:spcBef>
              <a:spcAft>
                <a:spcPts val="0"/>
              </a:spcAft>
              <a:buClr>
                <a:schemeClr val="lt1"/>
              </a:buClr>
              <a:buSzPts val="1400"/>
              <a:buNone/>
              <a:defRPr>
                <a:solidFill>
                  <a:schemeClr val="lt1"/>
                </a:solidFill>
              </a:defRPr>
            </a:lvl8pPr>
            <a:lvl9pPr lvl="8">
              <a:spcBef>
                <a:spcPts val="0"/>
              </a:spcBef>
              <a:spcAft>
                <a:spcPts val="0"/>
              </a:spcAft>
              <a:buClr>
                <a:schemeClr val="lt1"/>
              </a:buClr>
              <a:buSzPts val="1400"/>
              <a:buNone/>
              <a:defRPr>
                <a:solidFill>
                  <a:schemeClr val="lt1"/>
                </a:solidFill>
              </a:defRPr>
            </a:lvl9pPr>
          </a:lstStyle>
          <a:p/>
        </p:txBody>
      </p:sp>
      <p:sp>
        <p:nvSpPr>
          <p:cNvPr id="91" name="Google Shape;91;p7"/>
          <p:cNvSpPr txBox="1"/>
          <p:nvPr>
            <p:ph idx="16" type="subTitle"/>
          </p:nvPr>
        </p:nvSpPr>
        <p:spPr>
          <a:xfrm>
            <a:off x="5067075" y="2424100"/>
            <a:ext cx="3267600" cy="2886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600"/>
              <a:buFont typeface="Urbanist"/>
              <a:buNone/>
              <a:defRPr/>
            </a:lvl1pPr>
            <a:lvl2pPr lvl="1">
              <a:spcBef>
                <a:spcPts val="0"/>
              </a:spcBef>
              <a:spcAft>
                <a:spcPts val="0"/>
              </a:spcAft>
              <a:buClr>
                <a:schemeClr val="lt1"/>
              </a:buClr>
              <a:buSzPts val="1400"/>
              <a:buNone/>
              <a:defRPr>
                <a:solidFill>
                  <a:schemeClr val="lt1"/>
                </a:solidFill>
              </a:defRPr>
            </a:lvl2pPr>
            <a:lvl3pPr lvl="2">
              <a:spcBef>
                <a:spcPts val="0"/>
              </a:spcBef>
              <a:spcAft>
                <a:spcPts val="0"/>
              </a:spcAft>
              <a:buClr>
                <a:schemeClr val="lt1"/>
              </a:buClr>
              <a:buSzPts val="1400"/>
              <a:buNone/>
              <a:defRPr>
                <a:solidFill>
                  <a:schemeClr val="lt1"/>
                </a:solidFill>
              </a:defRPr>
            </a:lvl3pPr>
            <a:lvl4pPr lvl="3">
              <a:spcBef>
                <a:spcPts val="0"/>
              </a:spcBef>
              <a:spcAft>
                <a:spcPts val="0"/>
              </a:spcAft>
              <a:buClr>
                <a:schemeClr val="lt1"/>
              </a:buClr>
              <a:buSzPts val="1400"/>
              <a:buNone/>
              <a:defRPr>
                <a:solidFill>
                  <a:schemeClr val="lt1"/>
                </a:solidFill>
              </a:defRPr>
            </a:lvl4pPr>
            <a:lvl5pPr lvl="4">
              <a:spcBef>
                <a:spcPts val="0"/>
              </a:spcBef>
              <a:spcAft>
                <a:spcPts val="0"/>
              </a:spcAft>
              <a:buClr>
                <a:schemeClr val="lt1"/>
              </a:buClr>
              <a:buSzPts val="1400"/>
              <a:buNone/>
              <a:defRPr>
                <a:solidFill>
                  <a:schemeClr val="lt1"/>
                </a:solidFill>
              </a:defRPr>
            </a:lvl5pPr>
            <a:lvl6pPr lvl="5">
              <a:spcBef>
                <a:spcPts val="0"/>
              </a:spcBef>
              <a:spcAft>
                <a:spcPts val="0"/>
              </a:spcAft>
              <a:buClr>
                <a:schemeClr val="lt1"/>
              </a:buClr>
              <a:buSzPts val="1400"/>
              <a:buNone/>
              <a:defRPr>
                <a:solidFill>
                  <a:schemeClr val="lt1"/>
                </a:solidFill>
              </a:defRPr>
            </a:lvl6pPr>
            <a:lvl7pPr lvl="6">
              <a:spcBef>
                <a:spcPts val="0"/>
              </a:spcBef>
              <a:spcAft>
                <a:spcPts val="0"/>
              </a:spcAft>
              <a:buClr>
                <a:schemeClr val="lt1"/>
              </a:buClr>
              <a:buSzPts val="1400"/>
              <a:buNone/>
              <a:defRPr>
                <a:solidFill>
                  <a:schemeClr val="lt1"/>
                </a:solidFill>
              </a:defRPr>
            </a:lvl7pPr>
            <a:lvl8pPr lvl="7">
              <a:spcBef>
                <a:spcPts val="0"/>
              </a:spcBef>
              <a:spcAft>
                <a:spcPts val="0"/>
              </a:spcAft>
              <a:buClr>
                <a:schemeClr val="lt1"/>
              </a:buClr>
              <a:buSzPts val="1400"/>
              <a:buNone/>
              <a:defRPr>
                <a:solidFill>
                  <a:schemeClr val="lt1"/>
                </a:solidFill>
              </a:defRPr>
            </a:lvl8pPr>
            <a:lvl9pPr lvl="8">
              <a:spcBef>
                <a:spcPts val="0"/>
              </a:spcBef>
              <a:spcAft>
                <a:spcPts val="0"/>
              </a:spcAft>
              <a:buClr>
                <a:schemeClr val="lt1"/>
              </a:buClr>
              <a:buSzPts val="1400"/>
              <a:buNone/>
              <a:defRPr>
                <a:solidFill>
                  <a:schemeClr val="lt1"/>
                </a:solidFill>
              </a:defRPr>
            </a:lvl9pPr>
          </a:lstStyle>
          <a:p/>
        </p:txBody>
      </p:sp>
      <p:sp>
        <p:nvSpPr>
          <p:cNvPr id="92" name="Google Shape;92;p7"/>
          <p:cNvSpPr txBox="1"/>
          <p:nvPr>
            <p:ph idx="17" type="subTitle"/>
          </p:nvPr>
        </p:nvSpPr>
        <p:spPr>
          <a:xfrm>
            <a:off x="5067075" y="3094938"/>
            <a:ext cx="3267600" cy="2886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600"/>
              <a:buFont typeface="Urbanist"/>
              <a:buNone/>
              <a:defRPr/>
            </a:lvl1pPr>
            <a:lvl2pPr lvl="1">
              <a:spcBef>
                <a:spcPts val="0"/>
              </a:spcBef>
              <a:spcAft>
                <a:spcPts val="0"/>
              </a:spcAft>
              <a:buClr>
                <a:schemeClr val="lt1"/>
              </a:buClr>
              <a:buSzPts val="1400"/>
              <a:buNone/>
              <a:defRPr>
                <a:solidFill>
                  <a:schemeClr val="lt1"/>
                </a:solidFill>
              </a:defRPr>
            </a:lvl2pPr>
            <a:lvl3pPr lvl="2">
              <a:spcBef>
                <a:spcPts val="0"/>
              </a:spcBef>
              <a:spcAft>
                <a:spcPts val="0"/>
              </a:spcAft>
              <a:buClr>
                <a:schemeClr val="lt1"/>
              </a:buClr>
              <a:buSzPts val="1400"/>
              <a:buNone/>
              <a:defRPr>
                <a:solidFill>
                  <a:schemeClr val="lt1"/>
                </a:solidFill>
              </a:defRPr>
            </a:lvl3pPr>
            <a:lvl4pPr lvl="3">
              <a:spcBef>
                <a:spcPts val="0"/>
              </a:spcBef>
              <a:spcAft>
                <a:spcPts val="0"/>
              </a:spcAft>
              <a:buClr>
                <a:schemeClr val="lt1"/>
              </a:buClr>
              <a:buSzPts val="1400"/>
              <a:buNone/>
              <a:defRPr>
                <a:solidFill>
                  <a:schemeClr val="lt1"/>
                </a:solidFill>
              </a:defRPr>
            </a:lvl4pPr>
            <a:lvl5pPr lvl="4">
              <a:spcBef>
                <a:spcPts val="0"/>
              </a:spcBef>
              <a:spcAft>
                <a:spcPts val="0"/>
              </a:spcAft>
              <a:buClr>
                <a:schemeClr val="lt1"/>
              </a:buClr>
              <a:buSzPts val="1400"/>
              <a:buNone/>
              <a:defRPr>
                <a:solidFill>
                  <a:schemeClr val="lt1"/>
                </a:solidFill>
              </a:defRPr>
            </a:lvl5pPr>
            <a:lvl6pPr lvl="5">
              <a:spcBef>
                <a:spcPts val="0"/>
              </a:spcBef>
              <a:spcAft>
                <a:spcPts val="0"/>
              </a:spcAft>
              <a:buClr>
                <a:schemeClr val="lt1"/>
              </a:buClr>
              <a:buSzPts val="1400"/>
              <a:buNone/>
              <a:defRPr>
                <a:solidFill>
                  <a:schemeClr val="lt1"/>
                </a:solidFill>
              </a:defRPr>
            </a:lvl6pPr>
            <a:lvl7pPr lvl="6">
              <a:spcBef>
                <a:spcPts val="0"/>
              </a:spcBef>
              <a:spcAft>
                <a:spcPts val="0"/>
              </a:spcAft>
              <a:buClr>
                <a:schemeClr val="lt1"/>
              </a:buClr>
              <a:buSzPts val="1400"/>
              <a:buNone/>
              <a:defRPr>
                <a:solidFill>
                  <a:schemeClr val="lt1"/>
                </a:solidFill>
              </a:defRPr>
            </a:lvl7pPr>
            <a:lvl8pPr lvl="7">
              <a:spcBef>
                <a:spcPts val="0"/>
              </a:spcBef>
              <a:spcAft>
                <a:spcPts val="0"/>
              </a:spcAft>
              <a:buClr>
                <a:schemeClr val="lt1"/>
              </a:buClr>
              <a:buSzPts val="1400"/>
              <a:buNone/>
              <a:defRPr>
                <a:solidFill>
                  <a:schemeClr val="lt1"/>
                </a:solidFill>
              </a:defRPr>
            </a:lvl8pPr>
            <a:lvl9pPr lvl="8">
              <a:spcBef>
                <a:spcPts val="0"/>
              </a:spcBef>
              <a:spcAft>
                <a:spcPts val="0"/>
              </a:spcAft>
              <a:buClr>
                <a:schemeClr val="lt1"/>
              </a:buClr>
              <a:buSzPts val="1400"/>
              <a:buNone/>
              <a:defRPr>
                <a:solidFill>
                  <a:schemeClr val="lt1"/>
                </a:solidFill>
              </a:defRPr>
            </a:lvl9pPr>
          </a:lstStyle>
          <a:p/>
        </p:txBody>
      </p:sp>
      <p:sp>
        <p:nvSpPr>
          <p:cNvPr id="93" name="Google Shape;93;p7"/>
          <p:cNvSpPr txBox="1"/>
          <p:nvPr>
            <p:ph idx="18" type="subTitle"/>
          </p:nvPr>
        </p:nvSpPr>
        <p:spPr>
          <a:xfrm>
            <a:off x="5067075" y="3765788"/>
            <a:ext cx="3267600" cy="2886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600"/>
              <a:buFont typeface="Urbanist"/>
              <a:buNone/>
              <a:defRPr/>
            </a:lvl1pPr>
            <a:lvl2pPr lvl="1">
              <a:spcBef>
                <a:spcPts val="0"/>
              </a:spcBef>
              <a:spcAft>
                <a:spcPts val="0"/>
              </a:spcAft>
              <a:buClr>
                <a:schemeClr val="lt1"/>
              </a:buClr>
              <a:buSzPts val="1400"/>
              <a:buNone/>
              <a:defRPr>
                <a:solidFill>
                  <a:schemeClr val="lt1"/>
                </a:solidFill>
              </a:defRPr>
            </a:lvl2pPr>
            <a:lvl3pPr lvl="2">
              <a:spcBef>
                <a:spcPts val="0"/>
              </a:spcBef>
              <a:spcAft>
                <a:spcPts val="0"/>
              </a:spcAft>
              <a:buClr>
                <a:schemeClr val="lt1"/>
              </a:buClr>
              <a:buSzPts val="1400"/>
              <a:buNone/>
              <a:defRPr>
                <a:solidFill>
                  <a:schemeClr val="lt1"/>
                </a:solidFill>
              </a:defRPr>
            </a:lvl3pPr>
            <a:lvl4pPr lvl="3">
              <a:spcBef>
                <a:spcPts val="0"/>
              </a:spcBef>
              <a:spcAft>
                <a:spcPts val="0"/>
              </a:spcAft>
              <a:buClr>
                <a:schemeClr val="lt1"/>
              </a:buClr>
              <a:buSzPts val="1400"/>
              <a:buNone/>
              <a:defRPr>
                <a:solidFill>
                  <a:schemeClr val="lt1"/>
                </a:solidFill>
              </a:defRPr>
            </a:lvl4pPr>
            <a:lvl5pPr lvl="4">
              <a:spcBef>
                <a:spcPts val="0"/>
              </a:spcBef>
              <a:spcAft>
                <a:spcPts val="0"/>
              </a:spcAft>
              <a:buClr>
                <a:schemeClr val="lt1"/>
              </a:buClr>
              <a:buSzPts val="1400"/>
              <a:buNone/>
              <a:defRPr>
                <a:solidFill>
                  <a:schemeClr val="lt1"/>
                </a:solidFill>
              </a:defRPr>
            </a:lvl5pPr>
            <a:lvl6pPr lvl="5">
              <a:spcBef>
                <a:spcPts val="0"/>
              </a:spcBef>
              <a:spcAft>
                <a:spcPts val="0"/>
              </a:spcAft>
              <a:buClr>
                <a:schemeClr val="lt1"/>
              </a:buClr>
              <a:buSzPts val="1400"/>
              <a:buNone/>
              <a:defRPr>
                <a:solidFill>
                  <a:schemeClr val="lt1"/>
                </a:solidFill>
              </a:defRPr>
            </a:lvl6pPr>
            <a:lvl7pPr lvl="6">
              <a:spcBef>
                <a:spcPts val="0"/>
              </a:spcBef>
              <a:spcAft>
                <a:spcPts val="0"/>
              </a:spcAft>
              <a:buClr>
                <a:schemeClr val="lt1"/>
              </a:buClr>
              <a:buSzPts val="1400"/>
              <a:buNone/>
              <a:defRPr>
                <a:solidFill>
                  <a:schemeClr val="lt1"/>
                </a:solidFill>
              </a:defRPr>
            </a:lvl7pPr>
            <a:lvl8pPr lvl="7">
              <a:spcBef>
                <a:spcPts val="0"/>
              </a:spcBef>
              <a:spcAft>
                <a:spcPts val="0"/>
              </a:spcAft>
              <a:buClr>
                <a:schemeClr val="lt1"/>
              </a:buClr>
              <a:buSzPts val="1400"/>
              <a:buNone/>
              <a:defRPr>
                <a:solidFill>
                  <a:schemeClr val="lt1"/>
                </a:solidFill>
              </a:defRPr>
            </a:lvl8pPr>
            <a:lvl9pPr lvl="8">
              <a:spcBef>
                <a:spcPts val="0"/>
              </a:spcBef>
              <a:spcAft>
                <a:spcPts val="0"/>
              </a:spcAft>
              <a:buClr>
                <a:schemeClr val="lt1"/>
              </a:buClr>
              <a:buSzPts val="1400"/>
              <a:buNone/>
              <a:defRPr>
                <a:solidFill>
                  <a:schemeClr val="lt1"/>
                </a:solidFill>
              </a:defRPr>
            </a:lvl9pPr>
          </a:lstStyle>
          <a:p/>
        </p:txBody>
      </p:sp>
      <p:sp>
        <p:nvSpPr>
          <p:cNvPr id="94" name="Google Shape;94;p7"/>
          <p:cNvSpPr/>
          <p:nvPr/>
        </p:nvSpPr>
        <p:spPr>
          <a:xfrm>
            <a:off x="228600" y="4837500"/>
            <a:ext cx="48900" cy="48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95" name="Google Shape;95;p7"/>
          <p:cNvSpPr/>
          <p:nvPr/>
        </p:nvSpPr>
        <p:spPr>
          <a:xfrm>
            <a:off x="4618950" y="4839000"/>
            <a:ext cx="45900" cy="45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Tree>
  </p:cSld>
  <p:clrMapOvr>
    <a:masterClrMapping/>
  </p:clrMapOvr>
  <p:extLst>
    <p:ext uri="{DCECCB84-F9BA-43D5-87BE-67443E8EF086}">
      <p15:sldGuideLst>
        <p15:guide id="1" orient="horz" pos="2805">
          <p15:clr>
            <a:srgbClr val="E46962"/>
          </p15:clr>
        </p15:guide>
      </p15:sldGuideLst>
    </p:ext>
  </p:extLst>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s">
  <p:cSld name="BLANK_1_1_1_1_2_1">
    <p:spTree>
      <p:nvGrpSpPr>
        <p:cNvPr id="96" name="Shape 96"/>
        <p:cNvGrpSpPr/>
        <p:nvPr/>
      </p:nvGrpSpPr>
      <p:grpSpPr>
        <a:xfrm>
          <a:off x="0" y="0"/>
          <a:ext cx="0" cy="0"/>
          <a:chOff x="0" y="0"/>
          <a:chExt cx="0" cy="0"/>
        </a:xfrm>
      </p:grpSpPr>
      <p:sp>
        <p:nvSpPr>
          <p:cNvPr id="97" name="Google Shape;97;p8"/>
          <p:cNvSpPr/>
          <p:nvPr>
            <p:ph idx="2" type="pic"/>
          </p:nvPr>
        </p:nvSpPr>
        <p:spPr>
          <a:xfrm>
            <a:off x="4618950" y="228600"/>
            <a:ext cx="1370400" cy="1357500"/>
          </a:xfrm>
          <a:prstGeom prst="roundRect">
            <a:avLst>
              <a:gd fmla="val 16935" name="adj"/>
            </a:avLst>
          </a:prstGeom>
          <a:noFill/>
          <a:ln>
            <a:noFill/>
          </a:ln>
        </p:spPr>
      </p:sp>
      <p:sp>
        <p:nvSpPr>
          <p:cNvPr id="98" name="Google Shape;98;p8"/>
          <p:cNvSpPr txBox="1"/>
          <p:nvPr>
            <p:ph idx="1" type="subTitle"/>
          </p:nvPr>
        </p:nvSpPr>
        <p:spPr>
          <a:xfrm>
            <a:off x="4619000" y="1702322"/>
            <a:ext cx="1370400" cy="171900"/>
          </a:xfrm>
          <a:prstGeom prst="rect">
            <a:avLst/>
          </a:prstGeom>
        </p:spPr>
        <p:txBody>
          <a:bodyPr anchorCtr="0" anchor="b" bIns="0" lIns="0" spcFirstLastPara="1" rIns="91425" wrap="square" tIns="0">
            <a:noAutofit/>
          </a:bodyPr>
          <a:lstStyle>
            <a:lvl1pPr lvl="0">
              <a:spcBef>
                <a:spcPts val="0"/>
              </a:spcBef>
              <a:spcAft>
                <a:spcPts val="0"/>
              </a:spcAft>
              <a:buNone/>
              <a:defRPr sz="1200">
                <a:solidFill>
                  <a:schemeClr val="accent3"/>
                </a:solidFill>
                <a:latin typeface="Urbanist Medium"/>
                <a:ea typeface="Urbanist Medium"/>
                <a:cs typeface="Urbanist Medium"/>
                <a:sym typeface="Urbanist Medium"/>
              </a:defRPr>
            </a:lvl1pPr>
            <a:lvl2pPr lvl="1">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2pPr>
            <a:lvl3pPr lvl="2">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3pPr>
            <a:lvl4pPr lvl="3">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4pPr>
            <a:lvl5pPr lvl="4">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5pPr>
            <a:lvl6pPr lvl="5">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6pPr>
            <a:lvl7pPr lvl="6">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7pPr>
            <a:lvl8pPr lvl="7">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8pPr>
            <a:lvl9pPr lvl="8">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9pPr>
          </a:lstStyle>
          <a:p/>
        </p:txBody>
      </p:sp>
      <p:sp>
        <p:nvSpPr>
          <p:cNvPr id="99" name="Google Shape;99;p8"/>
          <p:cNvSpPr txBox="1"/>
          <p:nvPr>
            <p:ph idx="3" type="subTitle"/>
          </p:nvPr>
        </p:nvSpPr>
        <p:spPr>
          <a:xfrm>
            <a:off x="320625" y="4675975"/>
            <a:ext cx="27000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100" name="Google Shape;100;p8"/>
          <p:cNvSpPr txBox="1"/>
          <p:nvPr>
            <p:ph idx="4" type="subTitle"/>
          </p:nvPr>
        </p:nvSpPr>
        <p:spPr>
          <a:xfrm>
            <a:off x="4716740" y="4675975"/>
            <a:ext cx="22947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101" name="Google Shape;101;p8"/>
          <p:cNvSpPr txBox="1"/>
          <p:nvPr>
            <p:ph idx="5" type="subTitle"/>
          </p:nvPr>
        </p:nvSpPr>
        <p:spPr>
          <a:xfrm>
            <a:off x="6859200" y="4683725"/>
            <a:ext cx="2056500" cy="228600"/>
          </a:xfrm>
          <a:prstGeom prst="rect">
            <a:avLst/>
          </a:prstGeom>
        </p:spPr>
        <p:txBody>
          <a:bodyPr anchorCtr="0" anchor="b" bIns="0" lIns="0" spcFirstLastPara="1" rIns="0" wrap="square" tIns="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102" name="Google Shape;102;p8"/>
          <p:cNvSpPr txBox="1"/>
          <p:nvPr>
            <p:ph type="title"/>
          </p:nvPr>
        </p:nvSpPr>
        <p:spPr>
          <a:xfrm>
            <a:off x="228600" y="234750"/>
            <a:ext cx="3904500" cy="1162800"/>
          </a:xfrm>
          <a:prstGeom prst="rect">
            <a:avLst/>
          </a:prstGeom>
        </p:spPr>
        <p:txBody>
          <a:bodyPr anchorCtr="0" anchor="t" bIns="91425" lIns="0" spcFirstLastPara="1" rIns="91425" wrap="square" tIns="0">
            <a:spAutoFit/>
          </a:bodyPr>
          <a:lstStyle>
            <a:lvl1pPr lvl="0">
              <a:lnSpc>
                <a:spcPct val="85000"/>
              </a:lnSpc>
              <a:spcBef>
                <a:spcPts val="0"/>
              </a:spcBef>
              <a:spcAft>
                <a:spcPts val="0"/>
              </a:spcAft>
              <a:buNone/>
              <a:defRPr sz="3400">
                <a:solidFill>
                  <a:schemeClr val="dk2"/>
                </a:solidFill>
              </a:defRPr>
            </a:lvl1pPr>
            <a:lvl2pPr lvl="1">
              <a:lnSpc>
                <a:spcPct val="85000"/>
              </a:lnSpc>
              <a:spcBef>
                <a:spcPts val="0"/>
              </a:spcBef>
              <a:spcAft>
                <a:spcPts val="0"/>
              </a:spcAft>
              <a:buNone/>
              <a:defRPr sz="3600">
                <a:solidFill>
                  <a:schemeClr val="dk2"/>
                </a:solidFill>
              </a:defRPr>
            </a:lvl2pPr>
            <a:lvl3pPr lvl="2">
              <a:lnSpc>
                <a:spcPct val="85000"/>
              </a:lnSpc>
              <a:spcBef>
                <a:spcPts val="0"/>
              </a:spcBef>
              <a:spcAft>
                <a:spcPts val="0"/>
              </a:spcAft>
              <a:buNone/>
              <a:defRPr sz="3600">
                <a:solidFill>
                  <a:schemeClr val="dk2"/>
                </a:solidFill>
              </a:defRPr>
            </a:lvl3pPr>
            <a:lvl4pPr lvl="3">
              <a:lnSpc>
                <a:spcPct val="85000"/>
              </a:lnSpc>
              <a:spcBef>
                <a:spcPts val="0"/>
              </a:spcBef>
              <a:spcAft>
                <a:spcPts val="0"/>
              </a:spcAft>
              <a:buNone/>
              <a:defRPr sz="3600">
                <a:solidFill>
                  <a:schemeClr val="dk2"/>
                </a:solidFill>
              </a:defRPr>
            </a:lvl4pPr>
            <a:lvl5pPr lvl="4">
              <a:lnSpc>
                <a:spcPct val="85000"/>
              </a:lnSpc>
              <a:spcBef>
                <a:spcPts val="0"/>
              </a:spcBef>
              <a:spcAft>
                <a:spcPts val="0"/>
              </a:spcAft>
              <a:buNone/>
              <a:defRPr sz="3600">
                <a:solidFill>
                  <a:schemeClr val="dk2"/>
                </a:solidFill>
              </a:defRPr>
            </a:lvl5pPr>
            <a:lvl6pPr lvl="5">
              <a:lnSpc>
                <a:spcPct val="85000"/>
              </a:lnSpc>
              <a:spcBef>
                <a:spcPts val="0"/>
              </a:spcBef>
              <a:spcAft>
                <a:spcPts val="0"/>
              </a:spcAft>
              <a:buNone/>
              <a:defRPr sz="3600">
                <a:solidFill>
                  <a:schemeClr val="dk2"/>
                </a:solidFill>
              </a:defRPr>
            </a:lvl6pPr>
            <a:lvl7pPr lvl="6">
              <a:lnSpc>
                <a:spcPct val="85000"/>
              </a:lnSpc>
              <a:spcBef>
                <a:spcPts val="0"/>
              </a:spcBef>
              <a:spcAft>
                <a:spcPts val="0"/>
              </a:spcAft>
              <a:buNone/>
              <a:defRPr sz="3600">
                <a:solidFill>
                  <a:schemeClr val="dk2"/>
                </a:solidFill>
              </a:defRPr>
            </a:lvl7pPr>
            <a:lvl8pPr lvl="7">
              <a:lnSpc>
                <a:spcPct val="85000"/>
              </a:lnSpc>
              <a:spcBef>
                <a:spcPts val="0"/>
              </a:spcBef>
              <a:spcAft>
                <a:spcPts val="0"/>
              </a:spcAft>
              <a:buNone/>
              <a:defRPr sz="3600">
                <a:solidFill>
                  <a:schemeClr val="dk2"/>
                </a:solidFill>
              </a:defRPr>
            </a:lvl8pPr>
            <a:lvl9pPr lvl="8">
              <a:lnSpc>
                <a:spcPct val="85000"/>
              </a:lnSpc>
              <a:spcBef>
                <a:spcPts val="0"/>
              </a:spcBef>
              <a:spcAft>
                <a:spcPts val="0"/>
              </a:spcAft>
              <a:buNone/>
              <a:defRPr sz="3600">
                <a:solidFill>
                  <a:schemeClr val="dk2"/>
                </a:solidFill>
              </a:defRPr>
            </a:lvl9pPr>
          </a:lstStyle>
          <a:p/>
        </p:txBody>
      </p:sp>
      <p:sp>
        <p:nvSpPr>
          <p:cNvPr id="103" name="Google Shape;103;p8"/>
          <p:cNvSpPr txBox="1"/>
          <p:nvPr>
            <p:ph idx="6" type="subTitle"/>
          </p:nvPr>
        </p:nvSpPr>
        <p:spPr>
          <a:xfrm>
            <a:off x="4619000" y="1880160"/>
            <a:ext cx="1370400" cy="171900"/>
          </a:xfrm>
          <a:prstGeom prst="rect">
            <a:avLst/>
          </a:prstGeom>
        </p:spPr>
        <p:txBody>
          <a:bodyPr anchorCtr="0" anchor="t" bIns="91425" lIns="0" spcFirstLastPara="1" rIns="91425" wrap="square" tIns="0">
            <a:noAutofit/>
          </a:bodyPr>
          <a:lstStyle>
            <a:lvl1pPr lvl="0">
              <a:spcBef>
                <a:spcPts val="0"/>
              </a:spcBef>
              <a:spcAft>
                <a:spcPts val="0"/>
              </a:spcAft>
              <a:buNone/>
              <a:defRPr sz="1000">
                <a:latin typeface="Urbanist Medium"/>
                <a:ea typeface="Urbanist Medium"/>
                <a:cs typeface="Urbanist Medium"/>
                <a:sym typeface="Urbanist Medium"/>
              </a:defRPr>
            </a:lvl1pPr>
            <a:lvl2pPr lvl="1">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2pPr>
            <a:lvl3pPr lvl="2">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3pPr>
            <a:lvl4pPr lvl="3">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4pPr>
            <a:lvl5pPr lvl="4">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5pPr>
            <a:lvl6pPr lvl="5">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6pPr>
            <a:lvl7pPr lvl="6">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7pPr>
            <a:lvl8pPr lvl="7">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8pPr>
            <a:lvl9pPr lvl="8">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9pPr>
          </a:lstStyle>
          <a:p/>
        </p:txBody>
      </p:sp>
      <p:sp>
        <p:nvSpPr>
          <p:cNvPr id="104" name="Google Shape;104;p8"/>
          <p:cNvSpPr/>
          <p:nvPr>
            <p:ph idx="7" type="pic"/>
          </p:nvPr>
        </p:nvSpPr>
        <p:spPr>
          <a:xfrm>
            <a:off x="6080700" y="228600"/>
            <a:ext cx="1370400" cy="1357500"/>
          </a:xfrm>
          <a:prstGeom prst="roundRect">
            <a:avLst>
              <a:gd fmla="val 16935" name="adj"/>
            </a:avLst>
          </a:prstGeom>
          <a:noFill/>
          <a:ln>
            <a:noFill/>
          </a:ln>
        </p:spPr>
      </p:sp>
      <p:sp>
        <p:nvSpPr>
          <p:cNvPr id="105" name="Google Shape;105;p8"/>
          <p:cNvSpPr txBox="1"/>
          <p:nvPr>
            <p:ph idx="8" type="subTitle"/>
          </p:nvPr>
        </p:nvSpPr>
        <p:spPr>
          <a:xfrm>
            <a:off x="6080750" y="1702321"/>
            <a:ext cx="1370400" cy="171900"/>
          </a:xfrm>
          <a:prstGeom prst="rect">
            <a:avLst/>
          </a:prstGeom>
        </p:spPr>
        <p:txBody>
          <a:bodyPr anchorCtr="0" anchor="b" bIns="0" lIns="0" spcFirstLastPara="1" rIns="91425" wrap="square" tIns="0">
            <a:noAutofit/>
          </a:bodyPr>
          <a:lstStyle>
            <a:lvl1pPr lvl="0">
              <a:spcBef>
                <a:spcPts val="0"/>
              </a:spcBef>
              <a:spcAft>
                <a:spcPts val="0"/>
              </a:spcAft>
              <a:buNone/>
              <a:defRPr sz="1200">
                <a:solidFill>
                  <a:schemeClr val="accent3"/>
                </a:solidFill>
                <a:latin typeface="Urbanist Medium"/>
                <a:ea typeface="Urbanist Medium"/>
                <a:cs typeface="Urbanist Medium"/>
                <a:sym typeface="Urbanist Medium"/>
              </a:defRPr>
            </a:lvl1pPr>
            <a:lvl2pPr lvl="1">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2pPr>
            <a:lvl3pPr lvl="2">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3pPr>
            <a:lvl4pPr lvl="3">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4pPr>
            <a:lvl5pPr lvl="4">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5pPr>
            <a:lvl6pPr lvl="5">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6pPr>
            <a:lvl7pPr lvl="6">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7pPr>
            <a:lvl8pPr lvl="7">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8pPr>
            <a:lvl9pPr lvl="8">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9pPr>
          </a:lstStyle>
          <a:p/>
        </p:txBody>
      </p:sp>
      <p:sp>
        <p:nvSpPr>
          <p:cNvPr id="106" name="Google Shape;106;p8"/>
          <p:cNvSpPr txBox="1"/>
          <p:nvPr>
            <p:ph idx="9" type="subTitle"/>
          </p:nvPr>
        </p:nvSpPr>
        <p:spPr>
          <a:xfrm>
            <a:off x="6080750" y="1880160"/>
            <a:ext cx="1370400" cy="171900"/>
          </a:xfrm>
          <a:prstGeom prst="rect">
            <a:avLst/>
          </a:prstGeom>
        </p:spPr>
        <p:txBody>
          <a:bodyPr anchorCtr="0" anchor="t" bIns="91425" lIns="0" spcFirstLastPara="1" rIns="91425" wrap="square" tIns="0">
            <a:noAutofit/>
          </a:bodyPr>
          <a:lstStyle>
            <a:lvl1pPr lvl="0">
              <a:spcBef>
                <a:spcPts val="0"/>
              </a:spcBef>
              <a:spcAft>
                <a:spcPts val="0"/>
              </a:spcAft>
              <a:buNone/>
              <a:defRPr sz="1000">
                <a:latin typeface="Urbanist Medium"/>
                <a:ea typeface="Urbanist Medium"/>
                <a:cs typeface="Urbanist Medium"/>
                <a:sym typeface="Urbanist Medium"/>
              </a:defRPr>
            </a:lvl1pPr>
            <a:lvl2pPr lvl="1">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2pPr>
            <a:lvl3pPr lvl="2">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3pPr>
            <a:lvl4pPr lvl="3">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4pPr>
            <a:lvl5pPr lvl="4">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5pPr>
            <a:lvl6pPr lvl="5">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6pPr>
            <a:lvl7pPr lvl="6">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7pPr>
            <a:lvl8pPr lvl="7">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8pPr>
            <a:lvl9pPr lvl="8">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9pPr>
          </a:lstStyle>
          <a:p/>
        </p:txBody>
      </p:sp>
      <p:sp>
        <p:nvSpPr>
          <p:cNvPr id="107" name="Google Shape;107;p8"/>
          <p:cNvSpPr/>
          <p:nvPr>
            <p:ph idx="13" type="pic"/>
          </p:nvPr>
        </p:nvSpPr>
        <p:spPr>
          <a:xfrm>
            <a:off x="7542450" y="228600"/>
            <a:ext cx="1370400" cy="1357500"/>
          </a:xfrm>
          <a:prstGeom prst="roundRect">
            <a:avLst>
              <a:gd fmla="val 16935" name="adj"/>
            </a:avLst>
          </a:prstGeom>
          <a:noFill/>
          <a:ln>
            <a:noFill/>
          </a:ln>
        </p:spPr>
      </p:sp>
      <p:sp>
        <p:nvSpPr>
          <p:cNvPr id="108" name="Google Shape;108;p8"/>
          <p:cNvSpPr txBox="1"/>
          <p:nvPr>
            <p:ph idx="14" type="subTitle"/>
          </p:nvPr>
        </p:nvSpPr>
        <p:spPr>
          <a:xfrm>
            <a:off x="7542500" y="1702321"/>
            <a:ext cx="1370400" cy="171900"/>
          </a:xfrm>
          <a:prstGeom prst="rect">
            <a:avLst/>
          </a:prstGeom>
        </p:spPr>
        <p:txBody>
          <a:bodyPr anchorCtr="0" anchor="b" bIns="0" lIns="0" spcFirstLastPara="1" rIns="91425" wrap="square" tIns="0">
            <a:noAutofit/>
          </a:bodyPr>
          <a:lstStyle>
            <a:lvl1pPr lvl="0">
              <a:spcBef>
                <a:spcPts val="0"/>
              </a:spcBef>
              <a:spcAft>
                <a:spcPts val="0"/>
              </a:spcAft>
              <a:buNone/>
              <a:defRPr sz="1200">
                <a:solidFill>
                  <a:schemeClr val="accent3"/>
                </a:solidFill>
                <a:latin typeface="Urbanist Medium"/>
                <a:ea typeface="Urbanist Medium"/>
                <a:cs typeface="Urbanist Medium"/>
                <a:sym typeface="Urbanist Medium"/>
              </a:defRPr>
            </a:lvl1pPr>
            <a:lvl2pPr lvl="1">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2pPr>
            <a:lvl3pPr lvl="2">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3pPr>
            <a:lvl4pPr lvl="3">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4pPr>
            <a:lvl5pPr lvl="4">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5pPr>
            <a:lvl6pPr lvl="5">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6pPr>
            <a:lvl7pPr lvl="6">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7pPr>
            <a:lvl8pPr lvl="7">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8pPr>
            <a:lvl9pPr lvl="8">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9pPr>
          </a:lstStyle>
          <a:p/>
        </p:txBody>
      </p:sp>
      <p:sp>
        <p:nvSpPr>
          <p:cNvPr id="109" name="Google Shape;109;p8"/>
          <p:cNvSpPr txBox="1"/>
          <p:nvPr>
            <p:ph idx="15" type="subTitle"/>
          </p:nvPr>
        </p:nvSpPr>
        <p:spPr>
          <a:xfrm>
            <a:off x="7542500" y="1880160"/>
            <a:ext cx="1370400" cy="171900"/>
          </a:xfrm>
          <a:prstGeom prst="rect">
            <a:avLst/>
          </a:prstGeom>
        </p:spPr>
        <p:txBody>
          <a:bodyPr anchorCtr="0" anchor="t" bIns="91425" lIns="0" spcFirstLastPara="1" rIns="91425" wrap="square" tIns="0">
            <a:noAutofit/>
          </a:bodyPr>
          <a:lstStyle>
            <a:lvl1pPr lvl="0">
              <a:spcBef>
                <a:spcPts val="0"/>
              </a:spcBef>
              <a:spcAft>
                <a:spcPts val="0"/>
              </a:spcAft>
              <a:buNone/>
              <a:defRPr sz="1000">
                <a:latin typeface="Urbanist Medium"/>
                <a:ea typeface="Urbanist Medium"/>
                <a:cs typeface="Urbanist Medium"/>
                <a:sym typeface="Urbanist Medium"/>
              </a:defRPr>
            </a:lvl1pPr>
            <a:lvl2pPr lvl="1">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2pPr>
            <a:lvl3pPr lvl="2">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3pPr>
            <a:lvl4pPr lvl="3">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4pPr>
            <a:lvl5pPr lvl="4">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5pPr>
            <a:lvl6pPr lvl="5">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6pPr>
            <a:lvl7pPr lvl="6">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7pPr>
            <a:lvl8pPr lvl="7">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8pPr>
            <a:lvl9pPr lvl="8">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9pPr>
          </a:lstStyle>
          <a:p/>
        </p:txBody>
      </p:sp>
      <p:sp>
        <p:nvSpPr>
          <p:cNvPr id="110" name="Google Shape;110;p8"/>
          <p:cNvSpPr/>
          <p:nvPr>
            <p:ph idx="16" type="pic"/>
          </p:nvPr>
        </p:nvSpPr>
        <p:spPr>
          <a:xfrm>
            <a:off x="4618950" y="2295725"/>
            <a:ext cx="1370400" cy="1357500"/>
          </a:xfrm>
          <a:prstGeom prst="roundRect">
            <a:avLst>
              <a:gd fmla="val 16935" name="adj"/>
            </a:avLst>
          </a:prstGeom>
          <a:noFill/>
          <a:ln>
            <a:noFill/>
          </a:ln>
        </p:spPr>
      </p:sp>
      <p:sp>
        <p:nvSpPr>
          <p:cNvPr id="111" name="Google Shape;111;p8"/>
          <p:cNvSpPr txBox="1"/>
          <p:nvPr>
            <p:ph idx="17" type="subTitle"/>
          </p:nvPr>
        </p:nvSpPr>
        <p:spPr>
          <a:xfrm>
            <a:off x="4619000" y="3769446"/>
            <a:ext cx="1370400" cy="171900"/>
          </a:xfrm>
          <a:prstGeom prst="rect">
            <a:avLst/>
          </a:prstGeom>
        </p:spPr>
        <p:txBody>
          <a:bodyPr anchorCtr="0" anchor="b" bIns="0" lIns="0" spcFirstLastPara="1" rIns="91425" wrap="square" tIns="0">
            <a:noAutofit/>
          </a:bodyPr>
          <a:lstStyle>
            <a:lvl1pPr lvl="0">
              <a:spcBef>
                <a:spcPts val="0"/>
              </a:spcBef>
              <a:spcAft>
                <a:spcPts val="0"/>
              </a:spcAft>
              <a:buNone/>
              <a:defRPr sz="1200">
                <a:solidFill>
                  <a:schemeClr val="accent3"/>
                </a:solidFill>
                <a:latin typeface="Urbanist Medium"/>
                <a:ea typeface="Urbanist Medium"/>
                <a:cs typeface="Urbanist Medium"/>
                <a:sym typeface="Urbanist Medium"/>
              </a:defRPr>
            </a:lvl1pPr>
            <a:lvl2pPr lvl="1">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2pPr>
            <a:lvl3pPr lvl="2">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3pPr>
            <a:lvl4pPr lvl="3">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4pPr>
            <a:lvl5pPr lvl="4">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5pPr>
            <a:lvl6pPr lvl="5">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6pPr>
            <a:lvl7pPr lvl="6">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7pPr>
            <a:lvl8pPr lvl="7">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8pPr>
            <a:lvl9pPr lvl="8">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9pPr>
          </a:lstStyle>
          <a:p/>
        </p:txBody>
      </p:sp>
      <p:sp>
        <p:nvSpPr>
          <p:cNvPr id="112" name="Google Shape;112;p8"/>
          <p:cNvSpPr txBox="1"/>
          <p:nvPr>
            <p:ph idx="18" type="subTitle"/>
          </p:nvPr>
        </p:nvSpPr>
        <p:spPr>
          <a:xfrm>
            <a:off x="4619000" y="3947285"/>
            <a:ext cx="1370400" cy="171900"/>
          </a:xfrm>
          <a:prstGeom prst="rect">
            <a:avLst/>
          </a:prstGeom>
        </p:spPr>
        <p:txBody>
          <a:bodyPr anchorCtr="0" anchor="t" bIns="91425" lIns="0" spcFirstLastPara="1" rIns="91425" wrap="square" tIns="0">
            <a:noAutofit/>
          </a:bodyPr>
          <a:lstStyle>
            <a:lvl1pPr lvl="0">
              <a:spcBef>
                <a:spcPts val="0"/>
              </a:spcBef>
              <a:spcAft>
                <a:spcPts val="0"/>
              </a:spcAft>
              <a:buNone/>
              <a:defRPr sz="1000">
                <a:latin typeface="Urbanist Medium"/>
                <a:ea typeface="Urbanist Medium"/>
                <a:cs typeface="Urbanist Medium"/>
                <a:sym typeface="Urbanist Medium"/>
              </a:defRPr>
            </a:lvl1pPr>
            <a:lvl2pPr lvl="1">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2pPr>
            <a:lvl3pPr lvl="2">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3pPr>
            <a:lvl4pPr lvl="3">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4pPr>
            <a:lvl5pPr lvl="4">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5pPr>
            <a:lvl6pPr lvl="5">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6pPr>
            <a:lvl7pPr lvl="6">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7pPr>
            <a:lvl8pPr lvl="7">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8pPr>
            <a:lvl9pPr lvl="8">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9pPr>
          </a:lstStyle>
          <a:p/>
        </p:txBody>
      </p:sp>
      <p:sp>
        <p:nvSpPr>
          <p:cNvPr id="113" name="Google Shape;113;p8"/>
          <p:cNvSpPr/>
          <p:nvPr>
            <p:ph idx="19" type="pic"/>
          </p:nvPr>
        </p:nvSpPr>
        <p:spPr>
          <a:xfrm>
            <a:off x="6080700" y="2295725"/>
            <a:ext cx="1370400" cy="1357500"/>
          </a:xfrm>
          <a:prstGeom prst="roundRect">
            <a:avLst>
              <a:gd fmla="val 16935" name="adj"/>
            </a:avLst>
          </a:prstGeom>
          <a:noFill/>
          <a:ln>
            <a:noFill/>
          </a:ln>
        </p:spPr>
      </p:sp>
      <p:sp>
        <p:nvSpPr>
          <p:cNvPr id="114" name="Google Shape;114;p8"/>
          <p:cNvSpPr txBox="1"/>
          <p:nvPr>
            <p:ph idx="20" type="subTitle"/>
          </p:nvPr>
        </p:nvSpPr>
        <p:spPr>
          <a:xfrm>
            <a:off x="6080750" y="3769447"/>
            <a:ext cx="1370400" cy="171900"/>
          </a:xfrm>
          <a:prstGeom prst="rect">
            <a:avLst/>
          </a:prstGeom>
        </p:spPr>
        <p:txBody>
          <a:bodyPr anchorCtr="0" anchor="b" bIns="0" lIns="0" spcFirstLastPara="1" rIns="91425" wrap="square" tIns="0">
            <a:noAutofit/>
          </a:bodyPr>
          <a:lstStyle>
            <a:lvl1pPr lvl="0">
              <a:spcBef>
                <a:spcPts val="0"/>
              </a:spcBef>
              <a:spcAft>
                <a:spcPts val="0"/>
              </a:spcAft>
              <a:buNone/>
              <a:defRPr sz="1200">
                <a:solidFill>
                  <a:schemeClr val="accent3"/>
                </a:solidFill>
                <a:latin typeface="Urbanist Medium"/>
                <a:ea typeface="Urbanist Medium"/>
                <a:cs typeface="Urbanist Medium"/>
                <a:sym typeface="Urbanist Medium"/>
              </a:defRPr>
            </a:lvl1pPr>
            <a:lvl2pPr lvl="1">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2pPr>
            <a:lvl3pPr lvl="2">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3pPr>
            <a:lvl4pPr lvl="3">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4pPr>
            <a:lvl5pPr lvl="4">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5pPr>
            <a:lvl6pPr lvl="5">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6pPr>
            <a:lvl7pPr lvl="6">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7pPr>
            <a:lvl8pPr lvl="7">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8pPr>
            <a:lvl9pPr lvl="8">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9pPr>
          </a:lstStyle>
          <a:p/>
        </p:txBody>
      </p:sp>
      <p:sp>
        <p:nvSpPr>
          <p:cNvPr id="115" name="Google Shape;115;p8"/>
          <p:cNvSpPr txBox="1"/>
          <p:nvPr>
            <p:ph idx="21" type="subTitle"/>
          </p:nvPr>
        </p:nvSpPr>
        <p:spPr>
          <a:xfrm>
            <a:off x="6080750" y="3947285"/>
            <a:ext cx="1370400" cy="171900"/>
          </a:xfrm>
          <a:prstGeom prst="rect">
            <a:avLst/>
          </a:prstGeom>
        </p:spPr>
        <p:txBody>
          <a:bodyPr anchorCtr="0" anchor="t" bIns="91425" lIns="0" spcFirstLastPara="1" rIns="91425" wrap="square" tIns="0">
            <a:noAutofit/>
          </a:bodyPr>
          <a:lstStyle>
            <a:lvl1pPr lvl="0">
              <a:spcBef>
                <a:spcPts val="0"/>
              </a:spcBef>
              <a:spcAft>
                <a:spcPts val="0"/>
              </a:spcAft>
              <a:buNone/>
              <a:defRPr sz="1000">
                <a:latin typeface="Urbanist Medium"/>
                <a:ea typeface="Urbanist Medium"/>
                <a:cs typeface="Urbanist Medium"/>
                <a:sym typeface="Urbanist Medium"/>
              </a:defRPr>
            </a:lvl1pPr>
            <a:lvl2pPr lvl="1">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2pPr>
            <a:lvl3pPr lvl="2">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3pPr>
            <a:lvl4pPr lvl="3">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4pPr>
            <a:lvl5pPr lvl="4">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5pPr>
            <a:lvl6pPr lvl="5">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6pPr>
            <a:lvl7pPr lvl="6">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7pPr>
            <a:lvl8pPr lvl="7">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8pPr>
            <a:lvl9pPr lvl="8">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9pPr>
          </a:lstStyle>
          <a:p/>
        </p:txBody>
      </p:sp>
      <p:sp>
        <p:nvSpPr>
          <p:cNvPr id="116" name="Google Shape;116;p8"/>
          <p:cNvSpPr/>
          <p:nvPr>
            <p:ph idx="22" type="pic"/>
          </p:nvPr>
        </p:nvSpPr>
        <p:spPr>
          <a:xfrm>
            <a:off x="7542450" y="2295725"/>
            <a:ext cx="1370400" cy="1357500"/>
          </a:xfrm>
          <a:prstGeom prst="roundRect">
            <a:avLst>
              <a:gd fmla="val 16935" name="adj"/>
            </a:avLst>
          </a:prstGeom>
          <a:noFill/>
          <a:ln>
            <a:noFill/>
          </a:ln>
        </p:spPr>
      </p:sp>
      <p:sp>
        <p:nvSpPr>
          <p:cNvPr id="117" name="Google Shape;117;p8"/>
          <p:cNvSpPr txBox="1"/>
          <p:nvPr>
            <p:ph idx="23" type="subTitle"/>
          </p:nvPr>
        </p:nvSpPr>
        <p:spPr>
          <a:xfrm>
            <a:off x="7542500" y="3769446"/>
            <a:ext cx="1370400" cy="171900"/>
          </a:xfrm>
          <a:prstGeom prst="rect">
            <a:avLst/>
          </a:prstGeom>
        </p:spPr>
        <p:txBody>
          <a:bodyPr anchorCtr="0" anchor="b" bIns="0" lIns="0" spcFirstLastPara="1" rIns="91425" wrap="square" tIns="0">
            <a:noAutofit/>
          </a:bodyPr>
          <a:lstStyle>
            <a:lvl1pPr lvl="0">
              <a:spcBef>
                <a:spcPts val="0"/>
              </a:spcBef>
              <a:spcAft>
                <a:spcPts val="0"/>
              </a:spcAft>
              <a:buNone/>
              <a:defRPr sz="1200">
                <a:solidFill>
                  <a:schemeClr val="accent3"/>
                </a:solidFill>
                <a:latin typeface="Urbanist Medium"/>
                <a:ea typeface="Urbanist Medium"/>
                <a:cs typeface="Urbanist Medium"/>
                <a:sym typeface="Urbanist Medium"/>
              </a:defRPr>
            </a:lvl1pPr>
            <a:lvl2pPr lvl="1">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2pPr>
            <a:lvl3pPr lvl="2">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3pPr>
            <a:lvl4pPr lvl="3">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4pPr>
            <a:lvl5pPr lvl="4">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5pPr>
            <a:lvl6pPr lvl="5">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6pPr>
            <a:lvl7pPr lvl="6">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7pPr>
            <a:lvl8pPr lvl="7">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8pPr>
            <a:lvl9pPr lvl="8">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9pPr>
          </a:lstStyle>
          <a:p/>
        </p:txBody>
      </p:sp>
      <p:sp>
        <p:nvSpPr>
          <p:cNvPr id="118" name="Google Shape;118;p8"/>
          <p:cNvSpPr txBox="1"/>
          <p:nvPr>
            <p:ph idx="24" type="subTitle"/>
          </p:nvPr>
        </p:nvSpPr>
        <p:spPr>
          <a:xfrm>
            <a:off x="7542500" y="3947285"/>
            <a:ext cx="1370400" cy="171900"/>
          </a:xfrm>
          <a:prstGeom prst="rect">
            <a:avLst/>
          </a:prstGeom>
        </p:spPr>
        <p:txBody>
          <a:bodyPr anchorCtr="0" anchor="t" bIns="91425" lIns="0" spcFirstLastPara="1" rIns="91425" wrap="square" tIns="0">
            <a:noAutofit/>
          </a:bodyPr>
          <a:lstStyle>
            <a:lvl1pPr lvl="0">
              <a:spcBef>
                <a:spcPts val="0"/>
              </a:spcBef>
              <a:spcAft>
                <a:spcPts val="0"/>
              </a:spcAft>
              <a:buNone/>
              <a:defRPr sz="1000">
                <a:latin typeface="Urbanist Medium"/>
                <a:ea typeface="Urbanist Medium"/>
                <a:cs typeface="Urbanist Medium"/>
                <a:sym typeface="Urbanist Medium"/>
              </a:defRPr>
            </a:lvl1pPr>
            <a:lvl2pPr lvl="1">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2pPr>
            <a:lvl3pPr lvl="2">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3pPr>
            <a:lvl4pPr lvl="3">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4pPr>
            <a:lvl5pPr lvl="4">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5pPr>
            <a:lvl6pPr lvl="5">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6pPr>
            <a:lvl7pPr lvl="6">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7pPr>
            <a:lvl8pPr lvl="7">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8pPr>
            <a:lvl9pPr lvl="8">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9pPr>
          </a:lstStyle>
          <a:p/>
        </p:txBody>
      </p:sp>
      <p:cxnSp>
        <p:nvCxnSpPr>
          <p:cNvPr id="119" name="Google Shape;119;p8"/>
          <p:cNvCxnSpPr/>
          <p:nvPr/>
        </p:nvCxnSpPr>
        <p:spPr>
          <a:xfrm>
            <a:off x="238800" y="4683300"/>
            <a:ext cx="8676900" cy="0"/>
          </a:xfrm>
          <a:prstGeom prst="straightConnector1">
            <a:avLst/>
          </a:prstGeom>
          <a:noFill/>
          <a:ln cap="flat" cmpd="sng" w="9525">
            <a:solidFill>
              <a:schemeClr val="accent1"/>
            </a:solidFill>
            <a:prstDash val="solid"/>
            <a:round/>
            <a:headEnd len="med" w="med" type="none"/>
            <a:tailEnd len="med" w="med" type="none"/>
          </a:ln>
        </p:spPr>
      </p:cxnSp>
      <p:sp>
        <p:nvSpPr>
          <p:cNvPr id="120" name="Google Shape;120;p8"/>
          <p:cNvSpPr/>
          <p:nvPr/>
        </p:nvSpPr>
        <p:spPr>
          <a:xfrm>
            <a:off x="228600" y="4837500"/>
            <a:ext cx="48900" cy="48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121" name="Google Shape;121;p8"/>
          <p:cNvSpPr/>
          <p:nvPr/>
        </p:nvSpPr>
        <p:spPr>
          <a:xfrm>
            <a:off x="4618950" y="4839000"/>
            <a:ext cx="45900" cy="45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ALT 2">
  <p:cSld name="BLANK_1_1_1_1_1_1">
    <p:spTree>
      <p:nvGrpSpPr>
        <p:cNvPr id="122" name="Shape 122"/>
        <p:cNvGrpSpPr/>
        <p:nvPr/>
      </p:nvGrpSpPr>
      <p:grpSpPr>
        <a:xfrm>
          <a:off x="0" y="0"/>
          <a:ext cx="0" cy="0"/>
          <a:chOff x="0" y="0"/>
          <a:chExt cx="0" cy="0"/>
        </a:xfrm>
      </p:grpSpPr>
      <p:sp>
        <p:nvSpPr>
          <p:cNvPr id="123" name="Google Shape;123;p9"/>
          <p:cNvSpPr/>
          <p:nvPr>
            <p:ph idx="2" type="pic"/>
          </p:nvPr>
        </p:nvSpPr>
        <p:spPr>
          <a:xfrm>
            <a:off x="9425" y="-3075"/>
            <a:ext cx="9144000" cy="4641000"/>
          </a:xfrm>
          <a:prstGeom prst="rect">
            <a:avLst/>
          </a:prstGeom>
          <a:noFill/>
          <a:ln>
            <a:noFill/>
          </a:ln>
        </p:spPr>
      </p:sp>
      <p:sp>
        <p:nvSpPr>
          <p:cNvPr id="124" name="Google Shape;124;p9"/>
          <p:cNvSpPr txBox="1"/>
          <p:nvPr>
            <p:ph type="title"/>
          </p:nvPr>
        </p:nvSpPr>
        <p:spPr>
          <a:xfrm>
            <a:off x="234125" y="3337800"/>
            <a:ext cx="8574600" cy="1114800"/>
          </a:xfrm>
          <a:prstGeom prst="rect">
            <a:avLst/>
          </a:prstGeom>
        </p:spPr>
        <p:txBody>
          <a:bodyPr anchorCtr="0" anchor="b" bIns="0" lIns="0" spcFirstLastPara="1" rIns="0" wrap="square" tIns="0">
            <a:noAutofit/>
          </a:bodyPr>
          <a:lstStyle>
            <a:lvl1pPr lvl="0">
              <a:spcBef>
                <a:spcPts val="0"/>
              </a:spcBef>
              <a:spcAft>
                <a:spcPts val="0"/>
              </a:spcAft>
              <a:buNone/>
              <a:defRPr sz="3400"/>
            </a:lvl1pPr>
            <a:lvl2pPr lvl="1">
              <a:lnSpc>
                <a:spcPct val="115000"/>
              </a:lnSpc>
              <a:spcBef>
                <a:spcPts val="0"/>
              </a:spcBef>
              <a:spcAft>
                <a:spcPts val="0"/>
              </a:spcAft>
              <a:buNone/>
              <a:defRPr sz="3400"/>
            </a:lvl2pPr>
            <a:lvl3pPr lvl="2">
              <a:lnSpc>
                <a:spcPct val="115000"/>
              </a:lnSpc>
              <a:spcBef>
                <a:spcPts val="0"/>
              </a:spcBef>
              <a:spcAft>
                <a:spcPts val="0"/>
              </a:spcAft>
              <a:buNone/>
              <a:defRPr sz="3400"/>
            </a:lvl3pPr>
            <a:lvl4pPr lvl="3">
              <a:lnSpc>
                <a:spcPct val="115000"/>
              </a:lnSpc>
              <a:spcBef>
                <a:spcPts val="0"/>
              </a:spcBef>
              <a:spcAft>
                <a:spcPts val="0"/>
              </a:spcAft>
              <a:buNone/>
              <a:defRPr sz="3400"/>
            </a:lvl4pPr>
            <a:lvl5pPr lvl="4">
              <a:lnSpc>
                <a:spcPct val="115000"/>
              </a:lnSpc>
              <a:spcBef>
                <a:spcPts val="0"/>
              </a:spcBef>
              <a:spcAft>
                <a:spcPts val="0"/>
              </a:spcAft>
              <a:buNone/>
              <a:defRPr sz="3400"/>
            </a:lvl5pPr>
            <a:lvl6pPr lvl="5">
              <a:lnSpc>
                <a:spcPct val="115000"/>
              </a:lnSpc>
              <a:spcBef>
                <a:spcPts val="0"/>
              </a:spcBef>
              <a:spcAft>
                <a:spcPts val="0"/>
              </a:spcAft>
              <a:buNone/>
              <a:defRPr sz="3400"/>
            </a:lvl6pPr>
            <a:lvl7pPr lvl="6">
              <a:lnSpc>
                <a:spcPct val="115000"/>
              </a:lnSpc>
              <a:spcBef>
                <a:spcPts val="0"/>
              </a:spcBef>
              <a:spcAft>
                <a:spcPts val="0"/>
              </a:spcAft>
              <a:buNone/>
              <a:defRPr sz="3400"/>
            </a:lvl7pPr>
            <a:lvl8pPr lvl="7">
              <a:lnSpc>
                <a:spcPct val="115000"/>
              </a:lnSpc>
              <a:spcBef>
                <a:spcPts val="0"/>
              </a:spcBef>
              <a:spcAft>
                <a:spcPts val="0"/>
              </a:spcAft>
              <a:buNone/>
              <a:defRPr sz="3400"/>
            </a:lvl8pPr>
            <a:lvl9pPr lvl="8">
              <a:lnSpc>
                <a:spcPct val="115000"/>
              </a:lnSpc>
              <a:spcBef>
                <a:spcPts val="0"/>
              </a:spcBef>
              <a:spcAft>
                <a:spcPts val="0"/>
              </a:spcAft>
              <a:buNone/>
              <a:defRPr sz="3400"/>
            </a:lvl9pPr>
          </a:lstStyle>
          <a:p/>
        </p:txBody>
      </p:sp>
      <p:sp>
        <p:nvSpPr>
          <p:cNvPr id="125" name="Google Shape;125;p9"/>
          <p:cNvSpPr txBox="1"/>
          <p:nvPr>
            <p:ph idx="1" type="subTitle"/>
          </p:nvPr>
        </p:nvSpPr>
        <p:spPr>
          <a:xfrm>
            <a:off x="228600" y="228600"/>
            <a:ext cx="2870100" cy="228600"/>
          </a:xfrm>
          <a:prstGeom prst="rect">
            <a:avLst/>
          </a:prstGeom>
        </p:spPr>
        <p:txBody>
          <a:bodyPr anchorCtr="0" anchor="t" bIns="0" lIns="0" spcFirstLastPara="1" rIns="0" wrap="square" tIns="0">
            <a:noAutofit/>
          </a:bodyPr>
          <a:lstStyle>
            <a:lvl1pPr lvl="0">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9pPr>
          </a:lstStyle>
          <a:p/>
        </p:txBody>
      </p:sp>
      <p:sp>
        <p:nvSpPr>
          <p:cNvPr id="126" name="Google Shape;126;p9"/>
          <p:cNvSpPr txBox="1"/>
          <p:nvPr>
            <p:ph idx="3" type="subTitle"/>
          </p:nvPr>
        </p:nvSpPr>
        <p:spPr>
          <a:xfrm>
            <a:off x="320625" y="4675975"/>
            <a:ext cx="27000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127" name="Google Shape;127;p9"/>
          <p:cNvSpPr txBox="1"/>
          <p:nvPr>
            <p:ph idx="4" type="subTitle"/>
          </p:nvPr>
        </p:nvSpPr>
        <p:spPr>
          <a:xfrm>
            <a:off x="4716740" y="4675975"/>
            <a:ext cx="22947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128" name="Google Shape;128;p9"/>
          <p:cNvSpPr txBox="1"/>
          <p:nvPr>
            <p:ph idx="5" type="subTitle"/>
          </p:nvPr>
        </p:nvSpPr>
        <p:spPr>
          <a:xfrm>
            <a:off x="6859200" y="4683725"/>
            <a:ext cx="2056500" cy="228600"/>
          </a:xfrm>
          <a:prstGeom prst="rect">
            <a:avLst/>
          </a:prstGeom>
        </p:spPr>
        <p:txBody>
          <a:bodyPr anchorCtr="0" anchor="b" bIns="0" lIns="0" spcFirstLastPara="1" rIns="0" wrap="square" tIns="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cxnSp>
        <p:nvCxnSpPr>
          <p:cNvPr id="129" name="Google Shape;129;p9"/>
          <p:cNvCxnSpPr/>
          <p:nvPr/>
        </p:nvCxnSpPr>
        <p:spPr>
          <a:xfrm>
            <a:off x="238800" y="4683300"/>
            <a:ext cx="8676900" cy="0"/>
          </a:xfrm>
          <a:prstGeom prst="straightConnector1">
            <a:avLst/>
          </a:prstGeom>
          <a:noFill/>
          <a:ln cap="flat" cmpd="sng" w="9525">
            <a:solidFill>
              <a:schemeClr val="accent1"/>
            </a:solidFill>
            <a:prstDash val="solid"/>
            <a:round/>
            <a:headEnd len="med" w="med" type="none"/>
            <a:tailEnd len="med" w="med" type="none"/>
          </a:ln>
        </p:spPr>
      </p:cxnSp>
      <p:sp>
        <p:nvSpPr>
          <p:cNvPr id="130" name="Google Shape;130;p9"/>
          <p:cNvSpPr/>
          <p:nvPr/>
        </p:nvSpPr>
        <p:spPr>
          <a:xfrm>
            <a:off x="228600" y="4837500"/>
            <a:ext cx="48900" cy="48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131" name="Google Shape;131;p9"/>
          <p:cNvSpPr/>
          <p:nvPr/>
        </p:nvSpPr>
        <p:spPr>
          <a:xfrm>
            <a:off x="4618950" y="4839000"/>
            <a:ext cx="45900" cy="45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Tree>
  </p:cSld>
  <p:clrMapOvr>
    <a:masterClrMapping/>
  </p:clrMapOvr>
  <p:extLst>
    <p:ext uri="{DCECCB84-F9BA-43D5-87BE-67443E8EF086}">
      <p15:sldGuideLst>
        <p15:guide id="1" orient="horz" pos="2805">
          <p15:clr>
            <a:srgbClr val="E46962"/>
          </p15:clr>
        </p15:guide>
      </p15:sldGuideLst>
    </p:ext>
  </p:extLst>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rds w/ images">
  <p:cSld name="BLANK_1_1_1_1_1_1_1_1_1_1_3">
    <p:spTree>
      <p:nvGrpSpPr>
        <p:cNvPr id="132" name="Shape 132"/>
        <p:cNvGrpSpPr/>
        <p:nvPr/>
      </p:nvGrpSpPr>
      <p:grpSpPr>
        <a:xfrm>
          <a:off x="0" y="0"/>
          <a:ext cx="0" cy="0"/>
          <a:chOff x="0" y="0"/>
          <a:chExt cx="0" cy="0"/>
        </a:xfrm>
      </p:grpSpPr>
      <p:sp>
        <p:nvSpPr>
          <p:cNvPr id="133" name="Google Shape;133;p10"/>
          <p:cNvSpPr txBox="1"/>
          <p:nvPr>
            <p:ph idx="1" type="subTitle"/>
          </p:nvPr>
        </p:nvSpPr>
        <p:spPr>
          <a:xfrm>
            <a:off x="320625" y="4675975"/>
            <a:ext cx="27000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134" name="Google Shape;134;p10"/>
          <p:cNvSpPr txBox="1"/>
          <p:nvPr>
            <p:ph idx="2" type="subTitle"/>
          </p:nvPr>
        </p:nvSpPr>
        <p:spPr>
          <a:xfrm>
            <a:off x="4716740" y="4675975"/>
            <a:ext cx="22947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135" name="Google Shape;135;p10"/>
          <p:cNvSpPr txBox="1"/>
          <p:nvPr>
            <p:ph idx="3" type="subTitle"/>
          </p:nvPr>
        </p:nvSpPr>
        <p:spPr>
          <a:xfrm>
            <a:off x="6859200" y="4683725"/>
            <a:ext cx="2056500" cy="228600"/>
          </a:xfrm>
          <a:prstGeom prst="rect">
            <a:avLst/>
          </a:prstGeom>
        </p:spPr>
        <p:txBody>
          <a:bodyPr anchorCtr="0" anchor="b" bIns="0" lIns="0" spcFirstLastPara="1" rIns="0" wrap="square" tIns="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grpSp>
        <p:nvGrpSpPr>
          <p:cNvPr id="136" name="Google Shape;136;p10"/>
          <p:cNvGrpSpPr/>
          <p:nvPr/>
        </p:nvGrpSpPr>
        <p:grpSpPr>
          <a:xfrm rot="5400000">
            <a:off x="8691475" y="228504"/>
            <a:ext cx="228589" cy="228623"/>
            <a:chOff x="1688332" y="4135245"/>
            <a:chExt cx="338700" cy="338700"/>
          </a:xfrm>
        </p:grpSpPr>
        <p:sp>
          <p:nvSpPr>
            <p:cNvPr id="137" name="Google Shape;137;p10"/>
            <p:cNvSpPr/>
            <p:nvPr/>
          </p:nvSpPr>
          <p:spPr>
            <a:xfrm rot="-5400000">
              <a:off x="1688332" y="4135245"/>
              <a:ext cx="338700" cy="3387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grpSp>
          <p:nvGrpSpPr>
            <p:cNvPr id="138" name="Google Shape;138;p10"/>
            <p:cNvGrpSpPr/>
            <p:nvPr/>
          </p:nvGrpSpPr>
          <p:grpSpPr>
            <a:xfrm rot="-5400000">
              <a:off x="1787014" y="4262191"/>
              <a:ext cx="169598" cy="84809"/>
              <a:chOff x="498725" y="2069800"/>
              <a:chExt cx="205200" cy="102600"/>
            </a:xfrm>
          </p:grpSpPr>
          <p:cxnSp>
            <p:nvCxnSpPr>
              <p:cNvPr id="139" name="Google Shape;139;p10"/>
              <p:cNvCxnSpPr/>
              <p:nvPr/>
            </p:nvCxnSpPr>
            <p:spPr>
              <a:xfrm>
                <a:off x="498725" y="2069800"/>
                <a:ext cx="102600" cy="102600"/>
              </a:xfrm>
              <a:prstGeom prst="straightConnector1">
                <a:avLst/>
              </a:prstGeom>
              <a:noFill/>
              <a:ln cap="flat" cmpd="sng" w="9525">
                <a:solidFill>
                  <a:schemeClr val="dk1"/>
                </a:solidFill>
                <a:prstDash val="solid"/>
                <a:round/>
                <a:headEnd len="med" w="med" type="none"/>
                <a:tailEnd len="med" w="med" type="none"/>
              </a:ln>
            </p:spPr>
          </p:cxnSp>
          <p:cxnSp>
            <p:nvCxnSpPr>
              <p:cNvPr id="140" name="Google Shape;140;p10"/>
              <p:cNvCxnSpPr/>
              <p:nvPr/>
            </p:nvCxnSpPr>
            <p:spPr>
              <a:xfrm flipH="1">
                <a:off x="601325" y="2069800"/>
                <a:ext cx="102600" cy="102600"/>
              </a:xfrm>
              <a:prstGeom prst="straightConnector1">
                <a:avLst/>
              </a:prstGeom>
              <a:noFill/>
              <a:ln cap="flat" cmpd="sng" w="9525">
                <a:solidFill>
                  <a:schemeClr val="dk1"/>
                </a:solidFill>
                <a:prstDash val="solid"/>
                <a:round/>
                <a:headEnd len="med" w="med" type="none"/>
                <a:tailEnd len="med" w="med" type="none"/>
              </a:ln>
            </p:spPr>
          </p:cxnSp>
        </p:grpSp>
      </p:grpSp>
      <p:sp>
        <p:nvSpPr>
          <p:cNvPr id="141" name="Google Shape;141;p10"/>
          <p:cNvSpPr/>
          <p:nvPr>
            <p:ph idx="4" type="pic"/>
          </p:nvPr>
        </p:nvSpPr>
        <p:spPr>
          <a:xfrm>
            <a:off x="426700" y="1896600"/>
            <a:ext cx="665400" cy="685500"/>
          </a:xfrm>
          <a:prstGeom prst="roundRect">
            <a:avLst>
              <a:gd fmla="val 17601" name="adj"/>
            </a:avLst>
          </a:prstGeom>
          <a:noFill/>
          <a:ln>
            <a:noFill/>
          </a:ln>
        </p:spPr>
      </p:sp>
      <p:sp>
        <p:nvSpPr>
          <p:cNvPr id="142" name="Google Shape;142;p10"/>
          <p:cNvSpPr txBox="1"/>
          <p:nvPr>
            <p:ph idx="5" type="subTitle"/>
          </p:nvPr>
        </p:nvSpPr>
        <p:spPr>
          <a:xfrm>
            <a:off x="426700" y="2708802"/>
            <a:ext cx="1761900" cy="228600"/>
          </a:xfrm>
          <a:prstGeom prst="rect">
            <a:avLst/>
          </a:prstGeom>
        </p:spPr>
        <p:txBody>
          <a:bodyPr anchorCtr="0" anchor="b" bIns="0" lIns="0" spcFirstLastPara="1" rIns="91425" wrap="square" tIns="0">
            <a:noAutofit/>
          </a:bodyPr>
          <a:lstStyle>
            <a:lvl1pPr lvl="0">
              <a:lnSpc>
                <a:spcPct val="85000"/>
              </a:lnSpc>
              <a:spcBef>
                <a:spcPts val="0"/>
              </a:spcBef>
              <a:spcAft>
                <a:spcPts val="0"/>
              </a:spcAft>
              <a:buNone/>
              <a:defRPr>
                <a:solidFill>
                  <a:schemeClr val="accent3"/>
                </a:solidFill>
                <a:latin typeface="Urbanist Medium"/>
                <a:ea typeface="Urbanist Medium"/>
                <a:cs typeface="Urbanist Medium"/>
                <a:sym typeface="Urbanist Medium"/>
              </a:defRPr>
            </a:lvl1pPr>
            <a:lvl2pPr lvl="1">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2pPr>
            <a:lvl3pPr lvl="2">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3pPr>
            <a:lvl4pPr lvl="3">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4pPr>
            <a:lvl5pPr lvl="4">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5pPr>
            <a:lvl6pPr lvl="5">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6pPr>
            <a:lvl7pPr lvl="6">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7pPr>
            <a:lvl8pPr lvl="7">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8pPr>
            <a:lvl9pPr lvl="8">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9pPr>
          </a:lstStyle>
          <a:p/>
        </p:txBody>
      </p:sp>
      <p:sp>
        <p:nvSpPr>
          <p:cNvPr id="143" name="Google Shape;143;p10"/>
          <p:cNvSpPr txBox="1"/>
          <p:nvPr>
            <p:ph idx="6" type="subTitle"/>
          </p:nvPr>
        </p:nvSpPr>
        <p:spPr>
          <a:xfrm>
            <a:off x="426700" y="2936076"/>
            <a:ext cx="1761900" cy="163800"/>
          </a:xfrm>
          <a:prstGeom prst="rect">
            <a:avLst/>
          </a:prstGeom>
        </p:spPr>
        <p:txBody>
          <a:bodyPr anchorCtr="0" anchor="t" bIns="0" lIns="0" spcFirstLastPara="1" rIns="91425" wrap="square" tIns="0">
            <a:noAutofit/>
          </a:bodyPr>
          <a:lstStyle>
            <a:lvl1pPr lvl="0">
              <a:lnSpc>
                <a:spcPct val="85000"/>
              </a:lnSpc>
              <a:spcBef>
                <a:spcPts val="0"/>
              </a:spcBef>
              <a:spcAft>
                <a:spcPts val="0"/>
              </a:spcAft>
              <a:buNone/>
              <a:defRPr sz="1200">
                <a:latin typeface="Urbanist Medium"/>
                <a:ea typeface="Urbanist Medium"/>
                <a:cs typeface="Urbanist Medium"/>
                <a:sym typeface="Urbanist Medium"/>
              </a:defRPr>
            </a:lvl1pPr>
            <a:lvl2pPr lvl="1">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2pPr>
            <a:lvl3pPr lvl="2">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3pPr>
            <a:lvl4pPr lvl="3">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4pPr>
            <a:lvl5pPr lvl="4">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5pPr>
            <a:lvl6pPr lvl="5">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6pPr>
            <a:lvl7pPr lvl="6">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7pPr>
            <a:lvl8pPr lvl="7">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8pPr>
            <a:lvl9pPr lvl="8">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9pPr>
          </a:lstStyle>
          <a:p/>
        </p:txBody>
      </p:sp>
      <p:sp>
        <p:nvSpPr>
          <p:cNvPr id="144" name="Google Shape;144;p10"/>
          <p:cNvSpPr txBox="1"/>
          <p:nvPr>
            <p:ph idx="7" type="body"/>
          </p:nvPr>
        </p:nvSpPr>
        <p:spPr>
          <a:xfrm>
            <a:off x="426700" y="3251425"/>
            <a:ext cx="1761900" cy="965100"/>
          </a:xfrm>
          <a:prstGeom prst="rect">
            <a:avLst/>
          </a:prstGeom>
        </p:spPr>
        <p:txBody>
          <a:bodyPr anchorCtr="0" anchor="t" bIns="0" lIns="0" spcFirstLastPara="1" rIns="91425" wrap="square" tIns="0">
            <a:noAutofit/>
          </a:bodyPr>
          <a:lstStyle>
            <a:lvl1pPr indent="-292100" lvl="0" marL="457200">
              <a:spcBef>
                <a:spcPts val="0"/>
              </a:spcBef>
              <a:spcAft>
                <a:spcPts val="0"/>
              </a:spcAft>
              <a:buClr>
                <a:schemeClr val="lt1"/>
              </a:buClr>
              <a:buSzPts val="1000"/>
              <a:buFont typeface="Urbanist"/>
              <a:buChar char="●"/>
              <a:defRPr sz="1000"/>
            </a:lvl1pPr>
            <a:lvl2pPr indent="-292100" lvl="1" marL="914400">
              <a:spcBef>
                <a:spcPts val="0"/>
              </a:spcBef>
              <a:spcAft>
                <a:spcPts val="0"/>
              </a:spcAft>
              <a:buClr>
                <a:schemeClr val="lt1"/>
              </a:buClr>
              <a:buSzPts val="1000"/>
              <a:buFont typeface="Urbanist"/>
              <a:buChar char="○"/>
              <a:defRPr sz="1000"/>
            </a:lvl2pPr>
            <a:lvl3pPr indent="-292100" lvl="2" marL="1371600">
              <a:spcBef>
                <a:spcPts val="0"/>
              </a:spcBef>
              <a:spcAft>
                <a:spcPts val="0"/>
              </a:spcAft>
              <a:buClr>
                <a:schemeClr val="lt1"/>
              </a:buClr>
              <a:buSzPts val="1000"/>
              <a:buFont typeface="Urbanist"/>
              <a:buChar char="■"/>
              <a:defRPr sz="1000"/>
            </a:lvl3pPr>
            <a:lvl4pPr indent="-292100" lvl="3" marL="1828800">
              <a:spcBef>
                <a:spcPts val="0"/>
              </a:spcBef>
              <a:spcAft>
                <a:spcPts val="0"/>
              </a:spcAft>
              <a:buClr>
                <a:schemeClr val="lt1"/>
              </a:buClr>
              <a:buSzPts val="1000"/>
              <a:buFont typeface="Urbanist"/>
              <a:buChar char="●"/>
              <a:defRPr sz="1000"/>
            </a:lvl4pPr>
            <a:lvl5pPr indent="-292100" lvl="4" marL="2286000">
              <a:spcBef>
                <a:spcPts val="0"/>
              </a:spcBef>
              <a:spcAft>
                <a:spcPts val="0"/>
              </a:spcAft>
              <a:buClr>
                <a:schemeClr val="lt1"/>
              </a:buClr>
              <a:buSzPts val="1000"/>
              <a:buFont typeface="Urbanist"/>
              <a:buChar char="○"/>
              <a:defRPr sz="1000"/>
            </a:lvl5pPr>
            <a:lvl6pPr indent="-292100" lvl="5" marL="2743200">
              <a:spcBef>
                <a:spcPts val="0"/>
              </a:spcBef>
              <a:spcAft>
                <a:spcPts val="0"/>
              </a:spcAft>
              <a:buClr>
                <a:schemeClr val="lt1"/>
              </a:buClr>
              <a:buSzPts val="1000"/>
              <a:buFont typeface="Urbanist"/>
              <a:buChar char="■"/>
              <a:defRPr sz="1000"/>
            </a:lvl6pPr>
            <a:lvl7pPr indent="-292100" lvl="6" marL="3200400">
              <a:spcBef>
                <a:spcPts val="0"/>
              </a:spcBef>
              <a:spcAft>
                <a:spcPts val="0"/>
              </a:spcAft>
              <a:buClr>
                <a:schemeClr val="lt1"/>
              </a:buClr>
              <a:buSzPts val="1000"/>
              <a:buFont typeface="Urbanist"/>
              <a:buChar char="●"/>
              <a:defRPr sz="1000"/>
            </a:lvl7pPr>
            <a:lvl8pPr indent="-292100" lvl="7" marL="3657600">
              <a:spcBef>
                <a:spcPts val="0"/>
              </a:spcBef>
              <a:spcAft>
                <a:spcPts val="0"/>
              </a:spcAft>
              <a:buClr>
                <a:schemeClr val="lt1"/>
              </a:buClr>
              <a:buSzPts val="1000"/>
              <a:buFont typeface="Urbanist"/>
              <a:buChar char="○"/>
              <a:defRPr sz="1000"/>
            </a:lvl8pPr>
            <a:lvl9pPr indent="-292100" lvl="8" marL="4114800">
              <a:spcBef>
                <a:spcPts val="0"/>
              </a:spcBef>
              <a:spcAft>
                <a:spcPts val="0"/>
              </a:spcAft>
              <a:buClr>
                <a:schemeClr val="lt1"/>
              </a:buClr>
              <a:buSzPts val="1000"/>
              <a:buFont typeface="Urbanist"/>
              <a:buChar char="■"/>
              <a:defRPr sz="1000"/>
            </a:lvl9pPr>
          </a:lstStyle>
          <a:p/>
        </p:txBody>
      </p:sp>
      <p:sp>
        <p:nvSpPr>
          <p:cNvPr id="145" name="Google Shape;145;p10"/>
          <p:cNvSpPr/>
          <p:nvPr>
            <p:ph idx="8" type="pic"/>
          </p:nvPr>
        </p:nvSpPr>
        <p:spPr>
          <a:xfrm>
            <a:off x="2621800" y="1896600"/>
            <a:ext cx="665400" cy="685500"/>
          </a:xfrm>
          <a:prstGeom prst="roundRect">
            <a:avLst>
              <a:gd fmla="val 17601" name="adj"/>
            </a:avLst>
          </a:prstGeom>
          <a:noFill/>
          <a:ln>
            <a:noFill/>
          </a:ln>
        </p:spPr>
      </p:sp>
      <p:sp>
        <p:nvSpPr>
          <p:cNvPr id="146" name="Google Shape;146;p10"/>
          <p:cNvSpPr txBox="1"/>
          <p:nvPr>
            <p:ph idx="9" type="subTitle"/>
          </p:nvPr>
        </p:nvSpPr>
        <p:spPr>
          <a:xfrm>
            <a:off x="2621800" y="2708807"/>
            <a:ext cx="1761900" cy="228600"/>
          </a:xfrm>
          <a:prstGeom prst="rect">
            <a:avLst/>
          </a:prstGeom>
        </p:spPr>
        <p:txBody>
          <a:bodyPr anchorCtr="0" anchor="b" bIns="0" lIns="0" spcFirstLastPara="1" rIns="91425" wrap="square" tIns="0">
            <a:noAutofit/>
          </a:bodyPr>
          <a:lstStyle>
            <a:lvl1pPr lvl="0">
              <a:lnSpc>
                <a:spcPct val="85000"/>
              </a:lnSpc>
              <a:spcBef>
                <a:spcPts val="0"/>
              </a:spcBef>
              <a:spcAft>
                <a:spcPts val="0"/>
              </a:spcAft>
              <a:buNone/>
              <a:defRPr>
                <a:solidFill>
                  <a:schemeClr val="accent3"/>
                </a:solidFill>
                <a:latin typeface="Urbanist Medium"/>
                <a:ea typeface="Urbanist Medium"/>
                <a:cs typeface="Urbanist Medium"/>
                <a:sym typeface="Urbanist Medium"/>
              </a:defRPr>
            </a:lvl1pPr>
            <a:lvl2pPr lvl="1">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2pPr>
            <a:lvl3pPr lvl="2">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3pPr>
            <a:lvl4pPr lvl="3">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4pPr>
            <a:lvl5pPr lvl="4">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5pPr>
            <a:lvl6pPr lvl="5">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6pPr>
            <a:lvl7pPr lvl="6">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7pPr>
            <a:lvl8pPr lvl="7">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8pPr>
            <a:lvl9pPr lvl="8">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9pPr>
          </a:lstStyle>
          <a:p/>
        </p:txBody>
      </p:sp>
      <p:sp>
        <p:nvSpPr>
          <p:cNvPr id="147" name="Google Shape;147;p10"/>
          <p:cNvSpPr txBox="1"/>
          <p:nvPr>
            <p:ph idx="13" type="subTitle"/>
          </p:nvPr>
        </p:nvSpPr>
        <p:spPr>
          <a:xfrm>
            <a:off x="2621800" y="2936075"/>
            <a:ext cx="1761900" cy="163800"/>
          </a:xfrm>
          <a:prstGeom prst="rect">
            <a:avLst/>
          </a:prstGeom>
        </p:spPr>
        <p:txBody>
          <a:bodyPr anchorCtr="0" anchor="t" bIns="0" lIns="0" spcFirstLastPara="1" rIns="91425" wrap="square" tIns="0">
            <a:noAutofit/>
          </a:bodyPr>
          <a:lstStyle>
            <a:lvl1pPr lvl="0">
              <a:lnSpc>
                <a:spcPct val="85000"/>
              </a:lnSpc>
              <a:spcBef>
                <a:spcPts val="0"/>
              </a:spcBef>
              <a:spcAft>
                <a:spcPts val="0"/>
              </a:spcAft>
              <a:buNone/>
              <a:defRPr sz="1200">
                <a:latin typeface="Urbanist Medium"/>
                <a:ea typeface="Urbanist Medium"/>
                <a:cs typeface="Urbanist Medium"/>
                <a:sym typeface="Urbanist Medium"/>
              </a:defRPr>
            </a:lvl1pPr>
            <a:lvl2pPr lvl="1">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2pPr>
            <a:lvl3pPr lvl="2">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3pPr>
            <a:lvl4pPr lvl="3">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4pPr>
            <a:lvl5pPr lvl="4">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5pPr>
            <a:lvl6pPr lvl="5">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6pPr>
            <a:lvl7pPr lvl="6">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7pPr>
            <a:lvl8pPr lvl="7">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8pPr>
            <a:lvl9pPr lvl="8">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9pPr>
          </a:lstStyle>
          <a:p/>
        </p:txBody>
      </p:sp>
      <p:sp>
        <p:nvSpPr>
          <p:cNvPr id="148" name="Google Shape;148;p10"/>
          <p:cNvSpPr txBox="1"/>
          <p:nvPr>
            <p:ph idx="14" type="body"/>
          </p:nvPr>
        </p:nvSpPr>
        <p:spPr>
          <a:xfrm>
            <a:off x="2621800" y="3251425"/>
            <a:ext cx="1705800" cy="965100"/>
          </a:xfrm>
          <a:prstGeom prst="rect">
            <a:avLst/>
          </a:prstGeom>
        </p:spPr>
        <p:txBody>
          <a:bodyPr anchorCtr="0" anchor="t" bIns="0" lIns="0" spcFirstLastPara="1" rIns="91425" wrap="square" tIns="0">
            <a:noAutofit/>
          </a:bodyPr>
          <a:lstStyle>
            <a:lvl1pPr indent="-292100" lvl="0" marL="457200">
              <a:spcBef>
                <a:spcPts val="0"/>
              </a:spcBef>
              <a:spcAft>
                <a:spcPts val="0"/>
              </a:spcAft>
              <a:buClr>
                <a:schemeClr val="lt1"/>
              </a:buClr>
              <a:buSzPts val="1000"/>
              <a:buFont typeface="Urbanist"/>
              <a:buChar char="●"/>
              <a:defRPr sz="1000"/>
            </a:lvl1pPr>
            <a:lvl2pPr indent="-292100" lvl="1" marL="914400">
              <a:spcBef>
                <a:spcPts val="0"/>
              </a:spcBef>
              <a:spcAft>
                <a:spcPts val="0"/>
              </a:spcAft>
              <a:buClr>
                <a:schemeClr val="lt1"/>
              </a:buClr>
              <a:buSzPts val="1000"/>
              <a:buFont typeface="Urbanist"/>
              <a:buChar char="○"/>
              <a:defRPr sz="1000"/>
            </a:lvl2pPr>
            <a:lvl3pPr indent="-292100" lvl="2" marL="1371600">
              <a:spcBef>
                <a:spcPts val="0"/>
              </a:spcBef>
              <a:spcAft>
                <a:spcPts val="0"/>
              </a:spcAft>
              <a:buClr>
                <a:schemeClr val="lt1"/>
              </a:buClr>
              <a:buSzPts val="1000"/>
              <a:buFont typeface="Urbanist"/>
              <a:buChar char="■"/>
              <a:defRPr sz="1000"/>
            </a:lvl3pPr>
            <a:lvl4pPr indent="-292100" lvl="3" marL="1828800">
              <a:spcBef>
                <a:spcPts val="0"/>
              </a:spcBef>
              <a:spcAft>
                <a:spcPts val="0"/>
              </a:spcAft>
              <a:buClr>
                <a:schemeClr val="lt1"/>
              </a:buClr>
              <a:buSzPts val="1000"/>
              <a:buFont typeface="Urbanist"/>
              <a:buChar char="●"/>
              <a:defRPr sz="1000"/>
            </a:lvl4pPr>
            <a:lvl5pPr indent="-292100" lvl="4" marL="2286000">
              <a:spcBef>
                <a:spcPts val="0"/>
              </a:spcBef>
              <a:spcAft>
                <a:spcPts val="0"/>
              </a:spcAft>
              <a:buClr>
                <a:schemeClr val="lt1"/>
              </a:buClr>
              <a:buSzPts val="1000"/>
              <a:buFont typeface="Urbanist"/>
              <a:buChar char="○"/>
              <a:defRPr sz="1000"/>
            </a:lvl5pPr>
            <a:lvl6pPr indent="-292100" lvl="5" marL="2743200">
              <a:spcBef>
                <a:spcPts val="0"/>
              </a:spcBef>
              <a:spcAft>
                <a:spcPts val="0"/>
              </a:spcAft>
              <a:buClr>
                <a:schemeClr val="lt1"/>
              </a:buClr>
              <a:buSzPts val="1000"/>
              <a:buFont typeface="Urbanist"/>
              <a:buChar char="■"/>
              <a:defRPr sz="1000"/>
            </a:lvl6pPr>
            <a:lvl7pPr indent="-292100" lvl="6" marL="3200400">
              <a:spcBef>
                <a:spcPts val="0"/>
              </a:spcBef>
              <a:spcAft>
                <a:spcPts val="0"/>
              </a:spcAft>
              <a:buClr>
                <a:schemeClr val="lt1"/>
              </a:buClr>
              <a:buSzPts val="1000"/>
              <a:buFont typeface="Urbanist"/>
              <a:buChar char="●"/>
              <a:defRPr sz="1000"/>
            </a:lvl7pPr>
            <a:lvl8pPr indent="-292100" lvl="7" marL="3657600">
              <a:spcBef>
                <a:spcPts val="0"/>
              </a:spcBef>
              <a:spcAft>
                <a:spcPts val="0"/>
              </a:spcAft>
              <a:buClr>
                <a:schemeClr val="lt1"/>
              </a:buClr>
              <a:buSzPts val="1000"/>
              <a:buFont typeface="Urbanist"/>
              <a:buChar char="○"/>
              <a:defRPr sz="1000"/>
            </a:lvl8pPr>
            <a:lvl9pPr indent="-292100" lvl="8" marL="4114800">
              <a:spcBef>
                <a:spcPts val="0"/>
              </a:spcBef>
              <a:spcAft>
                <a:spcPts val="0"/>
              </a:spcAft>
              <a:buClr>
                <a:schemeClr val="lt1"/>
              </a:buClr>
              <a:buSzPts val="1000"/>
              <a:buFont typeface="Urbanist"/>
              <a:buChar char="■"/>
              <a:defRPr sz="1000"/>
            </a:lvl9pPr>
          </a:lstStyle>
          <a:p/>
        </p:txBody>
      </p:sp>
      <p:sp>
        <p:nvSpPr>
          <p:cNvPr id="149" name="Google Shape;149;p10"/>
          <p:cNvSpPr/>
          <p:nvPr>
            <p:ph idx="15" type="pic"/>
          </p:nvPr>
        </p:nvSpPr>
        <p:spPr>
          <a:xfrm>
            <a:off x="4816900" y="1896600"/>
            <a:ext cx="665400" cy="685500"/>
          </a:xfrm>
          <a:prstGeom prst="roundRect">
            <a:avLst>
              <a:gd fmla="val 17601" name="adj"/>
            </a:avLst>
          </a:prstGeom>
          <a:noFill/>
          <a:ln>
            <a:noFill/>
          </a:ln>
        </p:spPr>
      </p:sp>
      <p:sp>
        <p:nvSpPr>
          <p:cNvPr id="150" name="Google Shape;150;p10"/>
          <p:cNvSpPr txBox="1"/>
          <p:nvPr>
            <p:ph idx="16" type="subTitle"/>
          </p:nvPr>
        </p:nvSpPr>
        <p:spPr>
          <a:xfrm>
            <a:off x="4816900" y="2708808"/>
            <a:ext cx="1761900" cy="228600"/>
          </a:xfrm>
          <a:prstGeom prst="rect">
            <a:avLst/>
          </a:prstGeom>
        </p:spPr>
        <p:txBody>
          <a:bodyPr anchorCtr="0" anchor="b" bIns="0" lIns="0" spcFirstLastPara="1" rIns="91425" wrap="square" tIns="0">
            <a:noAutofit/>
          </a:bodyPr>
          <a:lstStyle>
            <a:lvl1pPr lvl="0">
              <a:lnSpc>
                <a:spcPct val="85000"/>
              </a:lnSpc>
              <a:spcBef>
                <a:spcPts val="0"/>
              </a:spcBef>
              <a:spcAft>
                <a:spcPts val="0"/>
              </a:spcAft>
              <a:buNone/>
              <a:defRPr>
                <a:solidFill>
                  <a:schemeClr val="accent3"/>
                </a:solidFill>
                <a:latin typeface="Urbanist Medium"/>
                <a:ea typeface="Urbanist Medium"/>
                <a:cs typeface="Urbanist Medium"/>
                <a:sym typeface="Urbanist Medium"/>
              </a:defRPr>
            </a:lvl1pPr>
            <a:lvl2pPr lvl="1">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2pPr>
            <a:lvl3pPr lvl="2">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3pPr>
            <a:lvl4pPr lvl="3">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4pPr>
            <a:lvl5pPr lvl="4">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5pPr>
            <a:lvl6pPr lvl="5">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6pPr>
            <a:lvl7pPr lvl="6">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7pPr>
            <a:lvl8pPr lvl="7">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8pPr>
            <a:lvl9pPr lvl="8">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9pPr>
          </a:lstStyle>
          <a:p/>
        </p:txBody>
      </p:sp>
      <p:sp>
        <p:nvSpPr>
          <p:cNvPr id="151" name="Google Shape;151;p10"/>
          <p:cNvSpPr txBox="1"/>
          <p:nvPr>
            <p:ph idx="17" type="subTitle"/>
          </p:nvPr>
        </p:nvSpPr>
        <p:spPr>
          <a:xfrm>
            <a:off x="4816900" y="2936076"/>
            <a:ext cx="1761900" cy="163800"/>
          </a:xfrm>
          <a:prstGeom prst="rect">
            <a:avLst/>
          </a:prstGeom>
        </p:spPr>
        <p:txBody>
          <a:bodyPr anchorCtr="0" anchor="t" bIns="0" lIns="0" spcFirstLastPara="1" rIns="91425" wrap="square" tIns="0">
            <a:noAutofit/>
          </a:bodyPr>
          <a:lstStyle>
            <a:lvl1pPr lvl="0">
              <a:lnSpc>
                <a:spcPct val="85000"/>
              </a:lnSpc>
              <a:spcBef>
                <a:spcPts val="0"/>
              </a:spcBef>
              <a:spcAft>
                <a:spcPts val="0"/>
              </a:spcAft>
              <a:buNone/>
              <a:defRPr sz="1200">
                <a:latin typeface="Urbanist Medium"/>
                <a:ea typeface="Urbanist Medium"/>
                <a:cs typeface="Urbanist Medium"/>
                <a:sym typeface="Urbanist Medium"/>
              </a:defRPr>
            </a:lvl1pPr>
            <a:lvl2pPr lvl="1">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2pPr>
            <a:lvl3pPr lvl="2">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3pPr>
            <a:lvl4pPr lvl="3">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4pPr>
            <a:lvl5pPr lvl="4">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5pPr>
            <a:lvl6pPr lvl="5">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6pPr>
            <a:lvl7pPr lvl="6">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7pPr>
            <a:lvl8pPr lvl="7">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8pPr>
            <a:lvl9pPr lvl="8">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9pPr>
          </a:lstStyle>
          <a:p/>
        </p:txBody>
      </p:sp>
      <p:sp>
        <p:nvSpPr>
          <p:cNvPr id="152" name="Google Shape;152;p10"/>
          <p:cNvSpPr txBox="1"/>
          <p:nvPr>
            <p:ph idx="18" type="body"/>
          </p:nvPr>
        </p:nvSpPr>
        <p:spPr>
          <a:xfrm>
            <a:off x="4817025" y="3251425"/>
            <a:ext cx="1761900" cy="965100"/>
          </a:xfrm>
          <a:prstGeom prst="rect">
            <a:avLst/>
          </a:prstGeom>
        </p:spPr>
        <p:txBody>
          <a:bodyPr anchorCtr="0" anchor="t" bIns="0" lIns="0" spcFirstLastPara="1" rIns="91425" wrap="square" tIns="0">
            <a:noAutofit/>
          </a:bodyPr>
          <a:lstStyle>
            <a:lvl1pPr indent="-292100" lvl="0" marL="457200">
              <a:spcBef>
                <a:spcPts val="0"/>
              </a:spcBef>
              <a:spcAft>
                <a:spcPts val="0"/>
              </a:spcAft>
              <a:buClr>
                <a:schemeClr val="lt1"/>
              </a:buClr>
              <a:buSzPts val="1000"/>
              <a:buFont typeface="Urbanist"/>
              <a:buChar char="●"/>
              <a:defRPr sz="1000"/>
            </a:lvl1pPr>
            <a:lvl2pPr indent="-292100" lvl="1" marL="914400">
              <a:spcBef>
                <a:spcPts val="0"/>
              </a:spcBef>
              <a:spcAft>
                <a:spcPts val="0"/>
              </a:spcAft>
              <a:buClr>
                <a:schemeClr val="lt1"/>
              </a:buClr>
              <a:buSzPts val="1000"/>
              <a:buFont typeface="Urbanist"/>
              <a:buChar char="○"/>
              <a:defRPr sz="1000"/>
            </a:lvl2pPr>
            <a:lvl3pPr indent="-292100" lvl="2" marL="1371600">
              <a:spcBef>
                <a:spcPts val="0"/>
              </a:spcBef>
              <a:spcAft>
                <a:spcPts val="0"/>
              </a:spcAft>
              <a:buClr>
                <a:schemeClr val="lt1"/>
              </a:buClr>
              <a:buSzPts val="1000"/>
              <a:buFont typeface="Urbanist"/>
              <a:buChar char="■"/>
              <a:defRPr sz="1000"/>
            </a:lvl3pPr>
            <a:lvl4pPr indent="-292100" lvl="3" marL="1828800">
              <a:spcBef>
                <a:spcPts val="0"/>
              </a:spcBef>
              <a:spcAft>
                <a:spcPts val="0"/>
              </a:spcAft>
              <a:buClr>
                <a:schemeClr val="lt1"/>
              </a:buClr>
              <a:buSzPts val="1000"/>
              <a:buFont typeface="Urbanist"/>
              <a:buChar char="●"/>
              <a:defRPr sz="1000"/>
            </a:lvl4pPr>
            <a:lvl5pPr indent="-292100" lvl="4" marL="2286000">
              <a:spcBef>
                <a:spcPts val="0"/>
              </a:spcBef>
              <a:spcAft>
                <a:spcPts val="0"/>
              </a:spcAft>
              <a:buClr>
                <a:schemeClr val="lt1"/>
              </a:buClr>
              <a:buSzPts val="1000"/>
              <a:buFont typeface="Urbanist"/>
              <a:buChar char="○"/>
              <a:defRPr sz="1000"/>
            </a:lvl5pPr>
            <a:lvl6pPr indent="-292100" lvl="5" marL="2743200">
              <a:spcBef>
                <a:spcPts val="0"/>
              </a:spcBef>
              <a:spcAft>
                <a:spcPts val="0"/>
              </a:spcAft>
              <a:buClr>
                <a:schemeClr val="lt1"/>
              </a:buClr>
              <a:buSzPts val="1000"/>
              <a:buFont typeface="Urbanist"/>
              <a:buChar char="■"/>
              <a:defRPr sz="1000"/>
            </a:lvl6pPr>
            <a:lvl7pPr indent="-292100" lvl="6" marL="3200400">
              <a:spcBef>
                <a:spcPts val="0"/>
              </a:spcBef>
              <a:spcAft>
                <a:spcPts val="0"/>
              </a:spcAft>
              <a:buClr>
                <a:schemeClr val="lt1"/>
              </a:buClr>
              <a:buSzPts val="1000"/>
              <a:buFont typeface="Urbanist"/>
              <a:buChar char="●"/>
              <a:defRPr sz="1000"/>
            </a:lvl7pPr>
            <a:lvl8pPr indent="-292100" lvl="7" marL="3657600">
              <a:spcBef>
                <a:spcPts val="0"/>
              </a:spcBef>
              <a:spcAft>
                <a:spcPts val="0"/>
              </a:spcAft>
              <a:buClr>
                <a:schemeClr val="lt1"/>
              </a:buClr>
              <a:buSzPts val="1000"/>
              <a:buFont typeface="Urbanist"/>
              <a:buChar char="○"/>
              <a:defRPr sz="1000"/>
            </a:lvl8pPr>
            <a:lvl9pPr indent="-292100" lvl="8" marL="4114800">
              <a:spcBef>
                <a:spcPts val="0"/>
              </a:spcBef>
              <a:spcAft>
                <a:spcPts val="0"/>
              </a:spcAft>
              <a:buClr>
                <a:schemeClr val="lt1"/>
              </a:buClr>
              <a:buSzPts val="1000"/>
              <a:buFont typeface="Urbanist"/>
              <a:buChar char="■"/>
              <a:defRPr sz="1000"/>
            </a:lvl9pPr>
          </a:lstStyle>
          <a:p/>
        </p:txBody>
      </p:sp>
      <p:sp>
        <p:nvSpPr>
          <p:cNvPr id="153" name="Google Shape;153;p10"/>
          <p:cNvSpPr/>
          <p:nvPr>
            <p:ph idx="19" type="pic"/>
          </p:nvPr>
        </p:nvSpPr>
        <p:spPr>
          <a:xfrm>
            <a:off x="7012000" y="1896600"/>
            <a:ext cx="665400" cy="685500"/>
          </a:xfrm>
          <a:prstGeom prst="roundRect">
            <a:avLst>
              <a:gd fmla="val 17601" name="adj"/>
            </a:avLst>
          </a:prstGeom>
          <a:noFill/>
          <a:ln>
            <a:noFill/>
          </a:ln>
        </p:spPr>
      </p:sp>
      <p:sp>
        <p:nvSpPr>
          <p:cNvPr id="154" name="Google Shape;154;p10"/>
          <p:cNvSpPr txBox="1"/>
          <p:nvPr>
            <p:ph idx="20" type="subTitle"/>
          </p:nvPr>
        </p:nvSpPr>
        <p:spPr>
          <a:xfrm>
            <a:off x="7012000" y="2708807"/>
            <a:ext cx="1761900" cy="228600"/>
          </a:xfrm>
          <a:prstGeom prst="rect">
            <a:avLst/>
          </a:prstGeom>
        </p:spPr>
        <p:txBody>
          <a:bodyPr anchorCtr="0" anchor="b" bIns="0" lIns="0" spcFirstLastPara="1" rIns="91425" wrap="square" tIns="0">
            <a:noAutofit/>
          </a:bodyPr>
          <a:lstStyle>
            <a:lvl1pPr lvl="0">
              <a:lnSpc>
                <a:spcPct val="85000"/>
              </a:lnSpc>
              <a:spcBef>
                <a:spcPts val="0"/>
              </a:spcBef>
              <a:spcAft>
                <a:spcPts val="0"/>
              </a:spcAft>
              <a:buNone/>
              <a:defRPr>
                <a:solidFill>
                  <a:schemeClr val="accent3"/>
                </a:solidFill>
                <a:latin typeface="Urbanist Medium"/>
                <a:ea typeface="Urbanist Medium"/>
                <a:cs typeface="Urbanist Medium"/>
                <a:sym typeface="Urbanist Medium"/>
              </a:defRPr>
            </a:lvl1pPr>
            <a:lvl2pPr lvl="1">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2pPr>
            <a:lvl3pPr lvl="2">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3pPr>
            <a:lvl4pPr lvl="3">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4pPr>
            <a:lvl5pPr lvl="4">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5pPr>
            <a:lvl6pPr lvl="5">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6pPr>
            <a:lvl7pPr lvl="6">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7pPr>
            <a:lvl8pPr lvl="7">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8pPr>
            <a:lvl9pPr lvl="8">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9pPr>
          </a:lstStyle>
          <a:p/>
        </p:txBody>
      </p:sp>
      <p:sp>
        <p:nvSpPr>
          <p:cNvPr id="155" name="Google Shape;155;p10"/>
          <p:cNvSpPr txBox="1"/>
          <p:nvPr>
            <p:ph idx="21" type="subTitle"/>
          </p:nvPr>
        </p:nvSpPr>
        <p:spPr>
          <a:xfrm>
            <a:off x="7012000" y="2936076"/>
            <a:ext cx="1761900" cy="163800"/>
          </a:xfrm>
          <a:prstGeom prst="rect">
            <a:avLst/>
          </a:prstGeom>
        </p:spPr>
        <p:txBody>
          <a:bodyPr anchorCtr="0" anchor="t" bIns="0" lIns="0" spcFirstLastPara="1" rIns="91425" wrap="square" tIns="0">
            <a:noAutofit/>
          </a:bodyPr>
          <a:lstStyle>
            <a:lvl1pPr lvl="0">
              <a:lnSpc>
                <a:spcPct val="85000"/>
              </a:lnSpc>
              <a:spcBef>
                <a:spcPts val="0"/>
              </a:spcBef>
              <a:spcAft>
                <a:spcPts val="0"/>
              </a:spcAft>
              <a:buNone/>
              <a:defRPr sz="1200">
                <a:latin typeface="Urbanist Medium"/>
                <a:ea typeface="Urbanist Medium"/>
                <a:cs typeface="Urbanist Medium"/>
                <a:sym typeface="Urbanist Medium"/>
              </a:defRPr>
            </a:lvl1pPr>
            <a:lvl2pPr lvl="1">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2pPr>
            <a:lvl3pPr lvl="2">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3pPr>
            <a:lvl4pPr lvl="3">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4pPr>
            <a:lvl5pPr lvl="4">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5pPr>
            <a:lvl6pPr lvl="5">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6pPr>
            <a:lvl7pPr lvl="6">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7pPr>
            <a:lvl8pPr lvl="7">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8pPr>
            <a:lvl9pPr lvl="8">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9pPr>
          </a:lstStyle>
          <a:p/>
        </p:txBody>
      </p:sp>
      <p:sp>
        <p:nvSpPr>
          <p:cNvPr id="156" name="Google Shape;156;p10"/>
          <p:cNvSpPr txBox="1"/>
          <p:nvPr>
            <p:ph idx="22" type="body"/>
          </p:nvPr>
        </p:nvSpPr>
        <p:spPr>
          <a:xfrm>
            <a:off x="7012000" y="3251425"/>
            <a:ext cx="1761900" cy="965100"/>
          </a:xfrm>
          <a:prstGeom prst="rect">
            <a:avLst/>
          </a:prstGeom>
        </p:spPr>
        <p:txBody>
          <a:bodyPr anchorCtr="0" anchor="t" bIns="0" lIns="0" spcFirstLastPara="1" rIns="91425" wrap="square" tIns="0">
            <a:noAutofit/>
          </a:bodyPr>
          <a:lstStyle>
            <a:lvl1pPr indent="-292100" lvl="0" marL="457200">
              <a:spcBef>
                <a:spcPts val="0"/>
              </a:spcBef>
              <a:spcAft>
                <a:spcPts val="0"/>
              </a:spcAft>
              <a:buClr>
                <a:schemeClr val="lt1"/>
              </a:buClr>
              <a:buSzPts val="1000"/>
              <a:buFont typeface="Urbanist"/>
              <a:buChar char="●"/>
              <a:defRPr sz="1000"/>
            </a:lvl1pPr>
            <a:lvl2pPr indent="-292100" lvl="1" marL="914400">
              <a:spcBef>
                <a:spcPts val="0"/>
              </a:spcBef>
              <a:spcAft>
                <a:spcPts val="0"/>
              </a:spcAft>
              <a:buClr>
                <a:schemeClr val="lt1"/>
              </a:buClr>
              <a:buSzPts val="1000"/>
              <a:buFont typeface="Urbanist"/>
              <a:buChar char="○"/>
              <a:defRPr sz="1000"/>
            </a:lvl2pPr>
            <a:lvl3pPr indent="-292100" lvl="2" marL="1371600">
              <a:spcBef>
                <a:spcPts val="0"/>
              </a:spcBef>
              <a:spcAft>
                <a:spcPts val="0"/>
              </a:spcAft>
              <a:buClr>
                <a:schemeClr val="lt1"/>
              </a:buClr>
              <a:buSzPts val="1000"/>
              <a:buFont typeface="Urbanist"/>
              <a:buChar char="■"/>
              <a:defRPr sz="1000"/>
            </a:lvl3pPr>
            <a:lvl4pPr indent="-292100" lvl="3" marL="1828800">
              <a:spcBef>
                <a:spcPts val="0"/>
              </a:spcBef>
              <a:spcAft>
                <a:spcPts val="0"/>
              </a:spcAft>
              <a:buClr>
                <a:schemeClr val="lt1"/>
              </a:buClr>
              <a:buSzPts val="1000"/>
              <a:buFont typeface="Urbanist"/>
              <a:buChar char="●"/>
              <a:defRPr sz="1000"/>
            </a:lvl4pPr>
            <a:lvl5pPr indent="-292100" lvl="4" marL="2286000">
              <a:spcBef>
                <a:spcPts val="0"/>
              </a:spcBef>
              <a:spcAft>
                <a:spcPts val="0"/>
              </a:spcAft>
              <a:buClr>
                <a:schemeClr val="lt1"/>
              </a:buClr>
              <a:buSzPts val="1000"/>
              <a:buFont typeface="Urbanist"/>
              <a:buChar char="○"/>
              <a:defRPr sz="1000"/>
            </a:lvl5pPr>
            <a:lvl6pPr indent="-292100" lvl="5" marL="2743200">
              <a:spcBef>
                <a:spcPts val="0"/>
              </a:spcBef>
              <a:spcAft>
                <a:spcPts val="0"/>
              </a:spcAft>
              <a:buClr>
                <a:schemeClr val="lt1"/>
              </a:buClr>
              <a:buSzPts val="1000"/>
              <a:buFont typeface="Urbanist"/>
              <a:buChar char="■"/>
              <a:defRPr sz="1000"/>
            </a:lvl6pPr>
            <a:lvl7pPr indent="-292100" lvl="6" marL="3200400">
              <a:spcBef>
                <a:spcPts val="0"/>
              </a:spcBef>
              <a:spcAft>
                <a:spcPts val="0"/>
              </a:spcAft>
              <a:buClr>
                <a:schemeClr val="lt1"/>
              </a:buClr>
              <a:buSzPts val="1000"/>
              <a:buFont typeface="Urbanist"/>
              <a:buChar char="●"/>
              <a:defRPr sz="1000"/>
            </a:lvl7pPr>
            <a:lvl8pPr indent="-292100" lvl="7" marL="3657600">
              <a:spcBef>
                <a:spcPts val="0"/>
              </a:spcBef>
              <a:spcAft>
                <a:spcPts val="0"/>
              </a:spcAft>
              <a:buClr>
                <a:schemeClr val="lt1"/>
              </a:buClr>
              <a:buSzPts val="1000"/>
              <a:buFont typeface="Urbanist"/>
              <a:buChar char="○"/>
              <a:defRPr sz="1000"/>
            </a:lvl8pPr>
            <a:lvl9pPr indent="-292100" lvl="8" marL="4114800">
              <a:spcBef>
                <a:spcPts val="0"/>
              </a:spcBef>
              <a:spcAft>
                <a:spcPts val="0"/>
              </a:spcAft>
              <a:buClr>
                <a:schemeClr val="lt1"/>
              </a:buClr>
              <a:buSzPts val="1000"/>
              <a:buFont typeface="Urbanist"/>
              <a:buChar char="■"/>
              <a:defRPr sz="1000"/>
            </a:lvl9pPr>
          </a:lstStyle>
          <a:p/>
        </p:txBody>
      </p:sp>
      <p:cxnSp>
        <p:nvCxnSpPr>
          <p:cNvPr id="157" name="Google Shape;157;p10"/>
          <p:cNvCxnSpPr/>
          <p:nvPr/>
        </p:nvCxnSpPr>
        <p:spPr>
          <a:xfrm>
            <a:off x="238800" y="4683300"/>
            <a:ext cx="8676900" cy="0"/>
          </a:xfrm>
          <a:prstGeom prst="straightConnector1">
            <a:avLst/>
          </a:prstGeom>
          <a:noFill/>
          <a:ln cap="flat" cmpd="sng" w="9525">
            <a:solidFill>
              <a:schemeClr val="accent1"/>
            </a:solidFill>
            <a:prstDash val="solid"/>
            <a:round/>
            <a:headEnd len="med" w="med" type="none"/>
            <a:tailEnd len="med" w="med" type="none"/>
          </a:ln>
        </p:spPr>
      </p:cxnSp>
      <p:sp>
        <p:nvSpPr>
          <p:cNvPr id="158" name="Google Shape;158;p10"/>
          <p:cNvSpPr/>
          <p:nvPr/>
        </p:nvSpPr>
        <p:spPr>
          <a:xfrm>
            <a:off x="228600" y="4837500"/>
            <a:ext cx="48900" cy="48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159" name="Google Shape;159;p10"/>
          <p:cNvSpPr/>
          <p:nvPr/>
        </p:nvSpPr>
        <p:spPr>
          <a:xfrm>
            <a:off x="4618950" y="4839000"/>
            <a:ext cx="45900" cy="45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Tree>
  </p:cSld>
  <p:clrMapOvr>
    <a:masterClrMapping/>
  </p:clrMapOvr>
  <p:extLst>
    <p:ext uri="{DCECCB84-F9BA-43D5-87BE-67443E8EF086}">
      <p15:sldGuideLst>
        <p15:guide id="1" orient="horz" pos="2805">
          <p15:clr>
            <a:srgbClr val="E46962"/>
          </p15:clr>
        </p15:guide>
      </p15:sldGuideLst>
    </p:ext>
  </p:extLst>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hort big title and body">
  <p:cSld name="BLANK_1_1_1_1_1_1_1_1_1_1_2">
    <p:spTree>
      <p:nvGrpSpPr>
        <p:cNvPr id="160" name="Shape 160"/>
        <p:cNvGrpSpPr/>
        <p:nvPr/>
      </p:nvGrpSpPr>
      <p:grpSpPr>
        <a:xfrm>
          <a:off x="0" y="0"/>
          <a:ext cx="0" cy="0"/>
          <a:chOff x="0" y="0"/>
          <a:chExt cx="0" cy="0"/>
        </a:xfrm>
      </p:grpSpPr>
      <p:pic>
        <p:nvPicPr>
          <p:cNvPr descr="Oval black shapes against a shadowy background. " id="161" name="Google Shape;161;p11"/>
          <p:cNvPicPr preferRelativeResize="0"/>
          <p:nvPr/>
        </p:nvPicPr>
        <p:blipFill rotWithShape="1">
          <a:blip r:embed="rId2">
            <a:alphaModFix/>
          </a:blip>
          <a:srcRect b="42245" l="17241" r="25039" t="35"/>
          <a:stretch/>
        </p:blipFill>
        <p:spPr>
          <a:xfrm>
            <a:off x="0" y="-289"/>
            <a:ext cx="9144000" cy="5144100"/>
          </a:xfrm>
          <a:prstGeom prst="roundRect">
            <a:avLst>
              <a:gd fmla="val 0" name="adj"/>
            </a:avLst>
          </a:prstGeom>
          <a:noFill/>
          <a:ln cap="flat" cmpd="sng" w="9525">
            <a:solidFill>
              <a:schemeClr val="accent1"/>
            </a:solidFill>
            <a:prstDash val="solid"/>
            <a:round/>
            <a:headEnd len="sm" w="sm" type="none"/>
            <a:tailEnd len="sm" w="sm" type="none"/>
          </a:ln>
        </p:spPr>
      </p:pic>
      <p:sp>
        <p:nvSpPr>
          <p:cNvPr id="162" name="Google Shape;162;p11"/>
          <p:cNvSpPr txBox="1"/>
          <p:nvPr>
            <p:ph idx="1" type="subTitle"/>
          </p:nvPr>
        </p:nvSpPr>
        <p:spPr>
          <a:xfrm>
            <a:off x="4314775" y="3818375"/>
            <a:ext cx="4230600" cy="452700"/>
          </a:xfrm>
          <a:prstGeom prst="rect">
            <a:avLst/>
          </a:prstGeom>
        </p:spPr>
        <p:txBody>
          <a:bodyPr anchorCtr="0" anchor="b" bIns="0" lIns="0" spcFirstLastPara="1" rIns="0" wrap="square" tIns="0">
            <a:noAutofit/>
          </a:bodyPr>
          <a:lstStyle>
            <a:lvl1pPr lvl="0">
              <a:spcBef>
                <a:spcPts val="0"/>
              </a:spcBef>
              <a:spcAft>
                <a:spcPts val="0"/>
              </a:spcAft>
              <a:buClr>
                <a:schemeClr val="lt1"/>
              </a:buClr>
              <a:buSzPts val="1600"/>
              <a:buFont typeface="Urbanist"/>
              <a:buNone/>
              <a:defRPr/>
            </a:lvl1pPr>
            <a:lvl2pPr lvl="1">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2pPr>
            <a:lvl3pPr lvl="2">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3pPr>
            <a:lvl4pPr lvl="3">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4pPr>
            <a:lvl5pPr lvl="4">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5pPr>
            <a:lvl6pPr lvl="5">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6pPr>
            <a:lvl7pPr lvl="6">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7pPr>
            <a:lvl8pPr lvl="7">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8pPr>
            <a:lvl9pPr lvl="8">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9pPr>
          </a:lstStyle>
          <a:p/>
        </p:txBody>
      </p:sp>
      <p:sp>
        <p:nvSpPr>
          <p:cNvPr id="163" name="Google Shape;163;p11"/>
          <p:cNvSpPr txBox="1"/>
          <p:nvPr>
            <p:ph idx="2" type="subTitle"/>
          </p:nvPr>
        </p:nvSpPr>
        <p:spPr>
          <a:xfrm>
            <a:off x="320625" y="4675975"/>
            <a:ext cx="27000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164" name="Google Shape;164;p11"/>
          <p:cNvSpPr txBox="1"/>
          <p:nvPr>
            <p:ph idx="3" type="subTitle"/>
          </p:nvPr>
        </p:nvSpPr>
        <p:spPr>
          <a:xfrm>
            <a:off x="4716740" y="4675975"/>
            <a:ext cx="22947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165" name="Google Shape;165;p11"/>
          <p:cNvSpPr txBox="1"/>
          <p:nvPr>
            <p:ph idx="4" type="subTitle"/>
          </p:nvPr>
        </p:nvSpPr>
        <p:spPr>
          <a:xfrm>
            <a:off x="6859200" y="4683725"/>
            <a:ext cx="2056500" cy="228600"/>
          </a:xfrm>
          <a:prstGeom prst="rect">
            <a:avLst/>
          </a:prstGeom>
        </p:spPr>
        <p:txBody>
          <a:bodyPr anchorCtr="0" anchor="b" bIns="0" lIns="0" spcFirstLastPara="1" rIns="0" wrap="square" tIns="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166" name="Google Shape;166;p11"/>
          <p:cNvSpPr txBox="1"/>
          <p:nvPr>
            <p:ph type="title"/>
          </p:nvPr>
        </p:nvSpPr>
        <p:spPr>
          <a:xfrm>
            <a:off x="228600" y="290448"/>
            <a:ext cx="3655800" cy="2407500"/>
          </a:xfrm>
          <a:prstGeom prst="rect">
            <a:avLst/>
          </a:prstGeom>
        </p:spPr>
        <p:txBody>
          <a:bodyPr anchorCtr="0" anchor="t" bIns="91425" lIns="0" spcFirstLastPara="1" rIns="91425" wrap="square" tIns="91425">
            <a:spAutoFit/>
          </a:bodyPr>
          <a:lstStyle>
            <a:lvl1pPr lvl="0">
              <a:lnSpc>
                <a:spcPct val="85000"/>
              </a:lnSpc>
              <a:spcBef>
                <a:spcPts val="0"/>
              </a:spcBef>
              <a:spcAft>
                <a:spcPts val="0"/>
              </a:spcAft>
              <a:buNone/>
              <a:defRPr sz="4800">
                <a:solidFill>
                  <a:schemeClr val="dk2"/>
                </a:solidFill>
              </a:defRPr>
            </a:lvl1pPr>
            <a:lvl2pPr lvl="1">
              <a:lnSpc>
                <a:spcPct val="85000"/>
              </a:lnSpc>
              <a:spcBef>
                <a:spcPts val="0"/>
              </a:spcBef>
              <a:spcAft>
                <a:spcPts val="0"/>
              </a:spcAft>
              <a:buNone/>
              <a:defRPr sz="4800">
                <a:solidFill>
                  <a:schemeClr val="dk2"/>
                </a:solidFill>
              </a:defRPr>
            </a:lvl2pPr>
            <a:lvl3pPr lvl="2">
              <a:lnSpc>
                <a:spcPct val="85000"/>
              </a:lnSpc>
              <a:spcBef>
                <a:spcPts val="0"/>
              </a:spcBef>
              <a:spcAft>
                <a:spcPts val="0"/>
              </a:spcAft>
              <a:buNone/>
              <a:defRPr sz="4800">
                <a:solidFill>
                  <a:schemeClr val="dk2"/>
                </a:solidFill>
              </a:defRPr>
            </a:lvl3pPr>
            <a:lvl4pPr lvl="3">
              <a:lnSpc>
                <a:spcPct val="85000"/>
              </a:lnSpc>
              <a:spcBef>
                <a:spcPts val="0"/>
              </a:spcBef>
              <a:spcAft>
                <a:spcPts val="0"/>
              </a:spcAft>
              <a:buNone/>
              <a:defRPr sz="4800">
                <a:solidFill>
                  <a:schemeClr val="dk2"/>
                </a:solidFill>
              </a:defRPr>
            </a:lvl4pPr>
            <a:lvl5pPr lvl="4">
              <a:lnSpc>
                <a:spcPct val="85000"/>
              </a:lnSpc>
              <a:spcBef>
                <a:spcPts val="0"/>
              </a:spcBef>
              <a:spcAft>
                <a:spcPts val="0"/>
              </a:spcAft>
              <a:buNone/>
              <a:defRPr sz="4800">
                <a:solidFill>
                  <a:schemeClr val="dk2"/>
                </a:solidFill>
              </a:defRPr>
            </a:lvl5pPr>
            <a:lvl6pPr lvl="5">
              <a:lnSpc>
                <a:spcPct val="85000"/>
              </a:lnSpc>
              <a:spcBef>
                <a:spcPts val="0"/>
              </a:spcBef>
              <a:spcAft>
                <a:spcPts val="0"/>
              </a:spcAft>
              <a:buNone/>
              <a:defRPr sz="4800">
                <a:solidFill>
                  <a:schemeClr val="dk2"/>
                </a:solidFill>
              </a:defRPr>
            </a:lvl6pPr>
            <a:lvl7pPr lvl="6">
              <a:lnSpc>
                <a:spcPct val="85000"/>
              </a:lnSpc>
              <a:spcBef>
                <a:spcPts val="0"/>
              </a:spcBef>
              <a:spcAft>
                <a:spcPts val="0"/>
              </a:spcAft>
              <a:buNone/>
              <a:defRPr sz="4800">
                <a:solidFill>
                  <a:schemeClr val="dk2"/>
                </a:solidFill>
              </a:defRPr>
            </a:lvl7pPr>
            <a:lvl8pPr lvl="7">
              <a:lnSpc>
                <a:spcPct val="85000"/>
              </a:lnSpc>
              <a:spcBef>
                <a:spcPts val="0"/>
              </a:spcBef>
              <a:spcAft>
                <a:spcPts val="0"/>
              </a:spcAft>
              <a:buNone/>
              <a:defRPr sz="4800">
                <a:solidFill>
                  <a:schemeClr val="dk2"/>
                </a:solidFill>
              </a:defRPr>
            </a:lvl8pPr>
            <a:lvl9pPr lvl="8">
              <a:lnSpc>
                <a:spcPct val="85000"/>
              </a:lnSpc>
              <a:spcBef>
                <a:spcPts val="0"/>
              </a:spcBef>
              <a:spcAft>
                <a:spcPts val="0"/>
              </a:spcAft>
              <a:buNone/>
              <a:defRPr sz="4800">
                <a:solidFill>
                  <a:schemeClr val="dk2"/>
                </a:solidFill>
              </a:defRPr>
            </a:lvl9pPr>
          </a:lstStyle>
          <a:p/>
        </p:txBody>
      </p:sp>
      <p:cxnSp>
        <p:nvCxnSpPr>
          <p:cNvPr id="167" name="Google Shape;167;p11"/>
          <p:cNvCxnSpPr/>
          <p:nvPr/>
        </p:nvCxnSpPr>
        <p:spPr>
          <a:xfrm>
            <a:off x="238800" y="4683300"/>
            <a:ext cx="8676900" cy="0"/>
          </a:xfrm>
          <a:prstGeom prst="straightConnector1">
            <a:avLst/>
          </a:prstGeom>
          <a:noFill/>
          <a:ln cap="flat" cmpd="sng" w="9525">
            <a:solidFill>
              <a:schemeClr val="accent1"/>
            </a:solidFill>
            <a:prstDash val="solid"/>
            <a:round/>
            <a:headEnd len="med" w="med" type="none"/>
            <a:tailEnd len="med" w="med" type="none"/>
          </a:ln>
        </p:spPr>
      </p:cxnSp>
      <p:cxnSp>
        <p:nvCxnSpPr>
          <p:cNvPr id="168" name="Google Shape;168;p11"/>
          <p:cNvCxnSpPr/>
          <p:nvPr/>
        </p:nvCxnSpPr>
        <p:spPr>
          <a:xfrm>
            <a:off x="4159025" y="226100"/>
            <a:ext cx="0" cy="4457700"/>
          </a:xfrm>
          <a:prstGeom prst="straightConnector1">
            <a:avLst/>
          </a:prstGeom>
          <a:noFill/>
          <a:ln cap="flat" cmpd="sng" w="9525">
            <a:solidFill>
              <a:schemeClr val="accent1"/>
            </a:solidFill>
            <a:prstDash val="solid"/>
            <a:round/>
            <a:headEnd len="med" w="med" type="none"/>
            <a:tailEnd len="med" w="med" type="none"/>
          </a:ln>
        </p:spPr>
      </p:cxnSp>
      <p:cxnSp>
        <p:nvCxnSpPr>
          <p:cNvPr id="169" name="Google Shape;169;p11"/>
          <p:cNvCxnSpPr/>
          <p:nvPr/>
        </p:nvCxnSpPr>
        <p:spPr>
          <a:xfrm>
            <a:off x="228600" y="226100"/>
            <a:ext cx="8687100" cy="0"/>
          </a:xfrm>
          <a:prstGeom prst="straightConnector1">
            <a:avLst/>
          </a:prstGeom>
          <a:noFill/>
          <a:ln cap="flat" cmpd="sng" w="9525">
            <a:solidFill>
              <a:schemeClr val="accent1"/>
            </a:solidFill>
            <a:prstDash val="solid"/>
            <a:round/>
            <a:headEnd len="med" w="med" type="none"/>
            <a:tailEnd len="med" w="med" type="none"/>
          </a:ln>
        </p:spPr>
      </p:cxnSp>
      <p:sp>
        <p:nvSpPr>
          <p:cNvPr id="170" name="Google Shape;170;p11"/>
          <p:cNvSpPr/>
          <p:nvPr/>
        </p:nvSpPr>
        <p:spPr>
          <a:xfrm>
            <a:off x="228600" y="4837500"/>
            <a:ext cx="48900" cy="48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171" name="Google Shape;171;p11"/>
          <p:cNvSpPr/>
          <p:nvPr/>
        </p:nvSpPr>
        <p:spPr>
          <a:xfrm>
            <a:off x="4618950" y="4839000"/>
            <a:ext cx="45900" cy="45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Tree>
  </p:cSld>
  <p:clrMapOvr>
    <a:masterClrMapping/>
  </p:clrMapOvr>
  <p:extLst>
    <p:ext uri="{DCECCB84-F9BA-43D5-87BE-67443E8EF086}">
      <p15:sldGuideLst>
        <p15:guide id="1" orient="horz" pos="2805">
          <p15:clr>
            <a:srgbClr val="E46962"/>
          </p15:clr>
        </p15:guide>
      </p15:sldGuideLst>
    </p:ext>
  </p:extLst>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ALT 2">
  <p:cSld name="BLANK_1_1_1_1_1_1_1_1_1_1_1_1_2">
    <p:spTree>
      <p:nvGrpSpPr>
        <p:cNvPr id="172" name="Shape 172"/>
        <p:cNvGrpSpPr/>
        <p:nvPr/>
      </p:nvGrpSpPr>
      <p:grpSpPr>
        <a:xfrm>
          <a:off x="0" y="0"/>
          <a:ext cx="0" cy="0"/>
          <a:chOff x="0" y="0"/>
          <a:chExt cx="0" cy="0"/>
        </a:xfrm>
      </p:grpSpPr>
      <p:sp>
        <p:nvSpPr>
          <p:cNvPr id="173" name="Google Shape;173;p12"/>
          <p:cNvSpPr txBox="1"/>
          <p:nvPr>
            <p:ph idx="1" type="body"/>
          </p:nvPr>
        </p:nvSpPr>
        <p:spPr>
          <a:xfrm>
            <a:off x="228600" y="1743625"/>
            <a:ext cx="4296600" cy="2709000"/>
          </a:xfrm>
          <a:prstGeom prst="rect">
            <a:avLst/>
          </a:prstGeom>
        </p:spPr>
        <p:txBody>
          <a:bodyPr anchorCtr="0" anchor="b" bIns="91425" lIns="0" spcFirstLastPara="1" rIns="91425" wrap="square" tIns="91425">
            <a:noAutofit/>
          </a:bodyPr>
          <a:lstStyle>
            <a:lvl1pPr indent="-317500" lvl="0" marL="457200">
              <a:spcBef>
                <a:spcPts val="0"/>
              </a:spcBef>
              <a:spcAft>
                <a:spcPts val="0"/>
              </a:spcAft>
              <a:buSzPts val="1400"/>
              <a:buChar char="●"/>
              <a:defRPr sz="1400"/>
            </a:lvl1pPr>
            <a:lvl2pPr indent="-317500" lvl="1" marL="914400">
              <a:spcBef>
                <a:spcPts val="800"/>
              </a:spcBef>
              <a:spcAft>
                <a:spcPts val="0"/>
              </a:spcAft>
              <a:buSzPts val="1400"/>
              <a:buChar char="○"/>
              <a:defRPr sz="1400"/>
            </a:lvl2pPr>
            <a:lvl3pPr indent="-317500" lvl="2" marL="1371600">
              <a:spcBef>
                <a:spcPts val="800"/>
              </a:spcBef>
              <a:spcAft>
                <a:spcPts val="0"/>
              </a:spcAft>
              <a:buSzPts val="1400"/>
              <a:buChar char="■"/>
              <a:defRPr sz="1400"/>
            </a:lvl3pPr>
            <a:lvl4pPr indent="-317500" lvl="3" marL="1828800">
              <a:spcBef>
                <a:spcPts val="800"/>
              </a:spcBef>
              <a:spcAft>
                <a:spcPts val="0"/>
              </a:spcAft>
              <a:buSzPts val="1400"/>
              <a:buChar char="●"/>
              <a:defRPr sz="1400"/>
            </a:lvl4pPr>
            <a:lvl5pPr indent="-317500" lvl="4" marL="2286000">
              <a:spcBef>
                <a:spcPts val="800"/>
              </a:spcBef>
              <a:spcAft>
                <a:spcPts val="0"/>
              </a:spcAft>
              <a:buSzPts val="1400"/>
              <a:buChar char="○"/>
              <a:defRPr sz="1400"/>
            </a:lvl5pPr>
            <a:lvl6pPr indent="-317500" lvl="5" marL="2743200">
              <a:spcBef>
                <a:spcPts val="800"/>
              </a:spcBef>
              <a:spcAft>
                <a:spcPts val="0"/>
              </a:spcAft>
              <a:buSzPts val="1400"/>
              <a:buChar char="■"/>
              <a:defRPr sz="1400"/>
            </a:lvl6pPr>
            <a:lvl7pPr indent="-317500" lvl="6" marL="3200400">
              <a:spcBef>
                <a:spcPts val="800"/>
              </a:spcBef>
              <a:spcAft>
                <a:spcPts val="0"/>
              </a:spcAft>
              <a:buSzPts val="1400"/>
              <a:buChar char="●"/>
              <a:defRPr sz="1400"/>
            </a:lvl7pPr>
            <a:lvl8pPr indent="-317500" lvl="7" marL="3657600">
              <a:spcBef>
                <a:spcPts val="800"/>
              </a:spcBef>
              <a:spcAft>
                <a:spcPts val="0"/>
              </a:spcAft>
              <a:buSzPts val="1400"/>
              <a:buChar char="○"/>
              <a:defRPr sz="1400"/>
            </a:lvl8pPr>
            <a:lvl9pPr indent="-317500" lvl="8" marL="4114800">
              <a:spcBef>
                <a:spcPts val="800"/>
              </a:spcBef>
              <a:spcAft>
                <a:spcPts val="800"/>
              </a:spcAft>
              <a:buSzPts val="1400"/>
              <a:buChar char="■"/>
              <a:defRPr sz="1400"/>
            </a:lvl9pPr>
          </a:lstStyle>
          <a:p/>
        </p:txBody>
      </p:sp>
      <p:sp>
        <p:nvSpPr>
          <p:cNvPr id="174" name="Google Shape;174;p12"/>
          <p:cNvSpPr/>
          <p:nvPr>
            <p:ph idx="2" type="pic"/>
          </p:nvPr>
        </p:nvSpPr>
        <p:spPr>
          <a:xfrm>
            <a:off x="5342000" y="457200"/>
            <a:ext cx="3573300" cy="3995400"/>
          </a:xfrm>
          <a:prstGeom prst="roundRect">
            <a:avLst>
              <a:gd fmla="val 6865" name="adj"/>
            </a:avLst>
          </a:prstGeom>
          <a:noFill/>
          <a:ln>
            <a:noFill/>
          </a:ln>
        </p:spPr>
      </p:sp>
      <p:sp>
        <p:nvSpPr>
          <p:cNvPr id="175" name="Google Shape;175;p12"/>
          <p:cNvSpPr txBox="1"/>
          <p:nvPr>
            <p:ph idx="3" type="subTitle"/>
          </p:nvPr>
        </p:nvSpPr>
        <p:spPr>
          <a:xfrm>
            <a:off x="320625" y="4675975"/>
            <a:ext cx="27000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176" name="Google Shape;176;p12"/>
          <p:cNvSpPr txBox="1"/>
          <p:nvPr>
            <p:ph idx="4" type="subTitle"/>
          </p:nvPr>
        </p:nvSpPr>
        <p:spPr>
          <a:xfrm>
            <a:off x="4716740" y="4675975"/>
            <a:ext cx="22947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177" name="Google Shape;177;p12"/>
          <p:cNvSpPr txBox="1"/>
          <p:nvPr>
            <p:ph idx="5" type="subTitle"/>
          </p:nvPr>
        </p:nvSpPr>
        <p:spPr>
          <a:xfrm>
            <a:off x="6859200" y="4683725"/>
            <a:ext cx="2056500" cy="228600"/>
          </a:xfrm>
          <a:prstGeom prst="rect">
            <a:avLst/>
          </a:prstGeom>
        </p:spPr>
        <p:txBody>
          <a:bodyPr anchorCtr="0" anchor="b" bIns="0" lIns="0" spcFirstLastPara="1" rIns="0" wrap="square" tIns="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178" name="Google Shape;178;p12"/>
          <p:cNvSpPr txBox="1"/>
          <p:nvPr>
            <p:ph idx="6" type="subTitle"/>
          </p:nvPr>
        </p:nvSpPr>
        <p:spPr>
          <a:xfrm>
            <a:off x="228600" y="228600"/>
            <a:ext cx="2920800" cy="2286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200"/>
              <a:buFont typeface="Urbanist Medium"/>
              <a:buNone/>
              <a:defRPr sz="1200">
                <a:latin typeface="Urbanist Medium"/>
                <a:ea typeface="Urbanist Medium"/>
                <a:cs typeface="Urbanist Medium"/>
                <a:sym typeface="Urbanist Medium"/>
              </a:defRPr>
            </a:lvl1pPr>
            <a:lvl2pPr lvl="1">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2pPr>
            <a:lvl3pPr lvl="2">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3pPr>
            <a:lvl4pPr lvl="3">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4pPr>
            <a:lvl5pPr lvl="4">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5pPr>
            <a:lvl6pPr lvl="5">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6pPr>
            <a:lvl7pPr lvl="6">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7pPr>
            <a:lvl8pPr lvl="7">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8pPr>
            <a:lvl9pPr lvl="8">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9pPr>
          </a:lstStyle>
          <a:p/>
        </p:txBody>
      </p:sp>
      <p:sp>
        <p:nvSpPr>
          <p:cNvPr id="179" name="Google Shape;179;p12"/>
          <p:cNvSpPr txBox="1"/>
          <p:nvPr>
            <p:ph type="title"/>
          </p:nvPr>
        </p:nvSpPr>
        <p:spPr>
          <a:xfrm>
            <a:off x="228600" y="613525"/>
            <a:ext cx="4296600" cy="1162800"/>
          </a:xfrm>
          <a:prstGeom prst="rect">
            <a:avLst/>
          </a:prstGeom>
        </p:spPr>
        <p:txBody>
          <a:bodyPr anchorCtr="0" anchor="t" bIns="91425" lIns="0" spcFirstLastPara="1" rIns="91425" wrap="square" tIns="0">
            <a:spAutoFit/>
          </a:bodyPr>
          <a:lstStyle>
            <a:lvl1pPr lvl="0">
              <a:lnSpc>
                <a:spcPct val="85000"/>
              </a:lnSpc>
              <a:spcBef>
                <a:spcPts val="0"/>
              </a:spcBef>
              <a:spcAft>
                <a:spcPts val="0"/>
              </a:spcAft>
              <a:buNone/>
              <a:defRPr sz="3400"/>
            </a:lvl1pPr>
            <a:lvl2pPr lvl="1">
              <a:lnSpc>
                <a:spcPct val="85000"/>
              </a:lnSpc>
              <a:spcBef>
                <a:spcPts val="0"/>
              </a:spcBef>
              <a:spcAft>
                <a:spcPts val="0"/>
              </a:spcAft>
              <a:buNone/>
              <a:defRPr sz="3600"/>
            </a:lvl2pPr>
            <a:lvl3pPr lvl="2">
              <a:lnSpc>
                <a:spcPct val="85000"/>
              </a:lnSpc>
              <a:spcBef>
                <a:spcPts val="0"/>
              </a:spcBef>
              <a:spcAft>
                <a:spcPts val="0"/>
              </a:spcAft>
              <a:buNone/>
              <a:defRPr sz="3600"/>
            </a:lvl3pPr>
            <a:lvl4pPr lvl="3">
              <a:lnSpc>
                <a:spcPct val="85000"/>
              </a:lnSpc>
              <a:spcBef>
                <a:spcPts val="0"/>
              </a:spcBef>
              <a:spcAft>
                <a:spcPts val="0"/>
              </a:spcAft>
              <a:buNone/>
              <a:defRPr sz="3600"/>
            </a:lvl4pPr>
            <a:lvl5pPr lvl="4">
              <a:lnSpc>
                <a:spcPct val="85000"/>
              </a:lnSpc>
              <a:spcBef>
                <a:spcPts val="0"/>
              </a:spcBef>
              <a:spcAft>
                <a:spcPts val="0"/>
              </a:spcAft>
              <a:buNone/>
              <a:defRPr sz="3600"/>
            </a:lvl5pPr>
            <a:lvl6pPr lvl="5">
              <a:lnSpc>
                <a:spcPct val="85000"/>
              </a:lnSpc>
              <a:spcBef>
                <a:spcPts val="0"/>
              </a:spcBef>
              <a:spcAft>
                <a:spcPts val="0"/>
              </a:spcAft>
              <a:buNone/>
              <a:defRPr sz="3600"/>
            </a:lvl6pPr>
            <a:lvl7pPr lvl="6">
              <a:lnSpc>
                <a:spcPct val="85000"/>
              </a:lnSpc>
              <a:spcBef>
                <a:spcPts val="0"/>
              </a:spcBef>
              <a:spcAft>
                <a:spcPts val="0"/>
              </a:spcAft>
              <a:buNone/>
              <a:defRPr sz="3600"/>
            </a:lvl7pPr>
            <a:lvl8pPr lvl="7">
              <a:lnSpc>
                <a:spcPct val="85000"/>
              </a:lnSpc>
              <a:spcBef>
                <a:spcPts val="0"/>
              </a:spcBef>
              <a:spcAft>
                <a:spcPts val="0"/>
              </a:spcAft>
              <a:buNone/>
              <a:defRPr sz="3600"/>
            </a:lvl8pPr>
            <a:lvl9pPr lvl="8">
              <a:lnSpc>
                <a:spcPct val="85000"/>
              </a:lnSpc>
              <a:spcBef>
                <a:spcPts val="0"/>
              </a:spcBef>
              <a:spcAft>
                <a:spcPts val="0"/>
              </a:spcAft>
              <a:buNone/>
              <a:defRPr sz="3600"/>
            </a:lvl9pPr>
          </a:lstStyle>
          <a:p/>
        </p:txBody>
      </p:sp>
      <p:cxnSp>
        <p:nvCxnSpPr>
          <p:cNvPr id="180" name="Google Shape;180;p12"/>
          <p:cNvCxnSpPr/>
          <p:nvPr/>
        </p:nvCxnSpPr>
        <p:spPr>
          <a:xfrm>
            <a:off x="238800" y="4683300"/>
            <a:ext cx="8676900" cy="0"/>
          </a:xfrm>
          <a:prstGeom prst="straightConnector1">
            <a:avLst/>
          </a:prstGeom>
          <a:noFill/>
          <a:ln cap="flat" cmpd="sng" w="9525">
            <a:solidFill>
              <a:schemeClr val="accent1"/>
            </a:solidFill>
            <a:prstDash val="solid"/>
            <a:round/>
            <a:headEnd len="med" w="med" type="none"/>
            <a:tailEnd len="med" w="med" type="none"/>
          </a:ln>
        </p:spPr>
      </p:cxnSp>
      <p:sp>
        <p:nvSpPr>
          <p:cNvPr id="181" name="Google Shape;181;p12"/>
          <p:cNvSpPr/>
          <p:nvPr/>
        </p:nvSpPr>
        <p:spPr>
          <a:xfrm>
            <a:off x="228600" y="4837500"/>
            <a:ext cx="48900" cy="48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182" name="Google Shape;182;p12"/>
          <p:cNvSpPr/>
          <p:nvPr/>
        </p:nvSpPr>
        <p:spPr>
          <a:xfrm>
            <a:off x="4618950" y="4839000"/>
            <a:ext cx="45900" cy="45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Tree>
  </p:cSld>
  <p:clrMapOvr>
    <a:masterClrMapping/>
  </p:clrMapOvr>
  <p:extLst>
    <p:ext uri="{DCECCB84-F9BA-43D5-87BE-67443E8EF086}">
      <p15:sldGuideLst>
        <p15:guide id="1" orient="horz" pos="2805">
          <p15:clr>
            <a:srgbClr val="E46962"/>
          </p15:clr>
        </p15:guide>
      </p15:sldGuideLst>
    </p:ext>
  </p:extLst>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big cards">
  <p:cSld name="CUSTOM_1">
    <p:spTree>
      <p:nvGrpSpPr>
        <p:cNvPr id="183" name="Shape 183"/>
        <p:cNvGrpSpPr/>
        <p:nvPr/>
      </p:nvGrpSpPr>
      <p:grpSpPr>
        <a:xfrm>
          <a:off x="0" y="0"/>
          <a:ext cx="0" cy="0"/>
          <a:chOff x="0" y="0"/>
          <a:chExt cx="0" cy="0"/>
        </a:xfrm>
      </p:grpSpPr>
      <p:sp>
        <p:nvSpPr>
          <p:cNvPr id="184" name="Google Shape;184;p13"/>
          <p:cNvSpPr txBox="1"/>
          <p:nvPr>
            <p:ph type="title"/>
          </p:nvPr>
        </p:nvSpPr>
        <p:spPr>
          <a:xfrm>
            <a:off x="3386700" y="489887"/>
            <a:ext cx="1862100" cy="293100"/>
          </a:xfrm>
          <a:prstGeom prst="rect">
            <a:avLst/>
          </a:prstGeom>
        </p:spPr>
        <p:txBody>
          <a:bodyPr anchorCtr="0" anchor="b" bIns="91425" lIns="0" spcFirstLastPara="1" rIns="91425" wrap="square" tIns="0">
            <a:noAutofit/>
          </a:bodyPr>
          <a:lstStyle>
            <a:lvl1pPr lvl="0">
              <a:spcBef>
                <a:spcPts val="0"/>
              </a:spcBef>
              <a:spcAft>
                <a:spcPts val="0"/>
              </a:spcAft>
              <a:buClr>
                <a:schemeClr val="accent3"/>
              </a:buClr>
              <a:buSzPts val="1800"/>
              <a:buFont typeface="Urbanist"/>
              <a:buNone/>
              <a:defRPr sz="1800">
                <a:solidFill>
                  <a:schemeClr val="accent3"/>
                </a:solidFill>
                <a:latin typeface="Urbanist"/>
                <a:ea typeface="Urbanist"/>
                <a:cs typeface="Urbanist"/>
                <a:sym typeface="Urbanist"/>
              </a:defRPr>
            </a:lvl1pPr>
            <a:lvl2pPr lvl="1">
              <a:spcBef>
                <a:spcPts val="0"/>
              </a:spcBef>
              <a:spcAft>
                <a:spcPts val="0"/>
              </a:spcAft>
              <a:buClr>
                <a:schemeClr val="accent3"/>
              </a:buClr>
              <a:buSzPts val="1800"/>
              <a:buFont typeface="Urbanist Medium"/>
              <a:buNone/>
              <a:defRPr sz="1800">
                <a:solidFill>
                  <a:schemeClr val="accent3"/>
                </a:solidFill>
              </a:defRPr>
            </a:lvl2pPr>
            <a:lvl3pPr lvl="2">
              <a:spcBef>
                <a:spcPts val="0"/>
              </a:spcBef>
              <a:spcAft>
                <a:spcPts val="0"/>
              </a:spcAft>
              <a:buClr>
                <a:schemeClr val="accent3"/>
              </a:buClr>
              <a:buSzPts val="1800"/>
              <a:buFont typeface="Urbanist Medium"/>
              <a:buNone/>
              <a:defRPr sz="1800">
                <a:solidFill>
                  <a:schemeClr val="accent3"/>
                </a:solidFill>
              </a:defRPr>
            </a:lvl3pPr>
            <a:lvl4pPr lvl="3">
              <a:spcBef>
                <a:spcPts val="0"/>
              </a:spcBef>
              <a:spcAft>
                <a:spcPts val="0"/>
              </a:spcAft>
              <a:buClr>
                <a:schemeClr val="accent3"/>
              </a:buClr>
              <a:buSzPts val="1800"/>
              <a:buFont typeface="Urbanist Medium"/>
              <a:buNone/>
              <a:defRPr sz="1800">
                <a:solidFill>
                  <a:schemeClr val="accent3"/>
                </a:solidFill>
              </a:defRPr>
            </a:lvl4pPr>
            <a:lvl5pPr lvl="4">
              <a:spcBef>
                <a:spcPts val="0"/>
              </a:spcBef>
              <a:spcAft>
                <a:spcPts val="0"/>
              </a:spcAft>
              <a:buClr>
                <a:schemeClr val="accent3"/>
              </a:buClr>
              <a:buSzPts val="1800"/>
              <a:buFont typeface="Urbanist Medium"/>
              <a:buNone/>
              <a:defRPr sz="1800">
                <a:solidFill>
                  <a:schemeClr val="accent3"/>
                </a:solidFill>
              </a:defRPr>
            </a:lvl5pPr>
            <a:lvl6pPr lvl="5">
              <a:spcBef>
                <a:spcPts val="0"/>
              </a:spcBef>
              <a:spcAft>
                <a:spcPts val="0"/>
              </a:spcAft>
              <a:buClr>
                <a:schemeClr val="accent3"/>
              </a:buClr>
              <a:buSzPts val="1800"/>
              <a:buFont typeface="Urbanist Medium"/>
              <a:buNone/>
              <a:defRPr sz="1800">
                <a:solidFill>
                  <a:schemeClr val="accent3"/>
                </a:solidFill>
              </a:defRPr>
            </a:lvl6pPr>
            <a:lvl7pPr lvl="6">
              <a:spcBef>
                <a:spcPts val="0"/>
              </a:spcBef>
              <a:spcAft>
                <a:spcPts val="0"/>
              </a:spcAft>
              <a:buClr>
                <a:schemeClr val="accent3"/>
              </a:buClr>
              <a:buSzPts val="1800"/>
              <a:buFont typeface="Urbanist Medium"/>
              <a:buNone/>
              <a:defRPr sz="1800">
                <a:solidFill>
                  <a:schemeClr val="accent3"/>
                </a:solidFill>
              </a:defRPr>
            </a:lvl7pPr>
            <a:lvl8pPr lvl="7">
              <a:spcBef>
                <a:spcPts val="0"/>
              </a:spcBef>
              <a:spcAft>
                <a:spcPts val="0"/>
              </a:spcAft>
              <a:buClr>
                <a:schemeClr val="accent3"/>
              </a:buClr>
              <a:buSzPts val="1800"/>
              <a:buFont typeface="Urbanist Medium"/>
              <a:buNone/>
              <a:defRPr sz="1800">
                <a:solidFill>
                  <a:schemeClr val="accent3"/>
                </a:solidFill>
              </a:defRPr>
            </a:lvl8pPr>
            <a:lvl9pPr lvl="8">
              <a:spcBef>
                <a:spcPts val="0"/>
              </a:spcBef>
              <a:spcAft>
                <a:spcPts val="0"/>
              </a:spcAft>
              <a:buClr>
                <a:schemeClr val="accent3"/>
              </a:buClr>
              <a:buSzPts val="1800"/>
              <a:buFont typeface="Urbanist Medium"/>
              <a:buNone/>
              <a:defRPr sz="1800">
                <a:solidFill>
                  <a:schemeClr val="accent3"/>
                </a:solidFill>
              </a:defRPr>
            </a:lvl9pPr>
          </a:lstStyle>
          <a:p/>
        </p:txBody>
      </p:sp>
      <p:sp>
        <p:nvSpPr>
          <p:cNvPr id="185" name="Google Shape;185;p13"/>
          <p:cNvSpPr txBox="1"/>
          <p:nvPr>
            <p:ph idx="1" type="subTitle"/>
          </p:nvPr>
        </p:nvSpPr>
        <p:spPr>
          <a:xfrm>
            <a:off x="3386700" y="690369"/>
            <a:ext cx="1974600" cy="204600"/>
          </a:xfrm>
          <a:prstGeom prst="rect">
            <a:avLst/>
          </a:prstGeom>
        </p:spPr>
        <p:txBody>
          <a:bodyPr anchorCtr="0" anchor="t" bIns="91425" lIns="0" spcFirstLastPara="1" rIns="91425" wrap="square" tIns="0">
            <a:noAutofit/>
          </a:bodyPr>
          <a:lstStyle>
            <a:lvl1pPr lvl="0">
              <a:lnSpc>
                <a:spcPct val="85000"/>
              </a:lnSpc>
              <a:spcBef>
                <a:spcPts val="0"/>
              </a:spcBef>
              <a:spcAft>
                <a:spcPts val="0"/>
              </a:spcAft>
              <a:buNone/>
              <a:defRPr sz="12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2pPr>
            <a:lvl3pPr lvl="2">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3pPr>
            <a:lvl4pPr lvl="3">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4pPr>
            <a:lvl5pPr lvl="4">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5pPr>
            <a:lvl6pPr lvl="5">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6pPr>
            <a:lvl7pPr lvl="6">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7pPr>
            <a:lvl8pPr lvl="7">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8pPr>
            <a:lvl9pPr lvl="8">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9pPr>
          </a:lstStyle>
          <a:p/>
        </p:txBody>
      </p:sp>
      <p:sp>
        <p:nvSpPr>
          <p:cNvPr id="186" name="Google Shape;186;p13"/>
          <p:cNvSpPr txBox="1"/>
          <p:nvPr>
            <p:ph idx="2" type="subTitle"/>
          </p:nvPr>
        </p:nvSpPr>
        <p:spPr>
          <a:xfrm>
            <a:off x="3386700" y="1070875"/>
            <a:ext cx="2444700" cy="818100"/>
          </a:xfrm>
          <a:prstGeom prst="rect">
            <a:avLst/>
          </a:prstGeom>
        </p:spPr>
        <p:txBody>
          <a:bodyPr anchorCtr="0" anchor="t" bIns="91425" lIns="0" spcFirstLastPara="1" rIns="91425" wrap="square" tIns="0">
            <a:noAutofit/>
          </a:bodyPr>
          <a:lstStyle>
            <a:lvl1pPr lvl="0">
              <a:lnSpc>
                <a:spcPct val="85000"/>
              </a:lnSpc>
              <a:spcBef>
                <a:spcPts val="0"/>
              </a:spcBef>
              <a:spcAft>
                <a:spcPts val="0"/>
              </a:spcAft>
              <a:buNone/>
              <a:defRPr sz="1000">
                <a:solidFill>
                  <a:schemeClr val="dk2"/>
                </a:solidFill>
              </a:defRPr>
            </a:lvl1pPr>
            <a:lvl2pPr lvl="1">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2pPr>
            <a:lvl3pPr lvl="2">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3pPr>
            <a:lvl4pPr lvl="3">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4pPr>
            <a:lvl5pPr lvl="4">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5pPr>
            <a:lvl6pPr lvl="5">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6pPr>
            <a:lvl7pPr lvl="6">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7pPr>
            <a:lvl8pPr lvl="7">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8pPr>
            <a:lvl9pPr lvl="8">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9pPr>
          </a:lstStyle>
          <a:p/>
        </p:txBody>
      </p:sp>
      <p:sp>
        <p:nvSpPr>
          <p:cNvPr id="187" name="Google Shape;187;p13"/>
          <p:cNvSpPr txBox="1"/>
          <p:nvPr>
            <p:ph idx="3" type="title"/>
          </p:nvPr>
        </p:nvSpPr>
        <p:spPr>
          <a:xfrm>
            <a:off x="6307650" y="482616"/>
            <a:ext cx="1862100" cy="293100"/>
          </a:xfrm>
          <a:prstGeom prst="rect">
            <a:avLst/>
          </a:prstGeom>
        </p:spPr>
        <p:txBody>
          <a:bodyPr anchorCtr="0" anchor="b" bIns="91425" lIns="0" spcFirstLastPara="1" rIns="91425" wrap="square" tIns="0">
            <a:noAutofit/>
          </a:bodyPr>
          <a:lstStyle>
            <a:lvl1pPr lvl="0">
              <a:spcBef>
                <a:spcPts val="0"/>
              </a:spcBef>
              <a:spcAft>
                <a:spcPts val="0"/>
              </a:spcAft>
              <a:buClr>
                <a:schemeClr val="accent3"/>
              </a:buClr>
              <a:buSzPts val="1800"/>
              <a:buFont typeface="Urbanist"/>
              <a:buNone/>
              <a:defRPr sz="1800">
                <a:solidFill>
                  <a:schemeClr val="accent3"/>
                </a:solidFill>
                <a:latin typeface="Urbanist"/>
                <a:ea typeface="Urbanist"/>
                <a:cs typeface="Urbanist"/>
                <a:sym typeface="Urbanist"/>
              </a:defRPr>
            </a:lvl1pPr>
            <a:lvl2pPr lvl="1">
              <a:spcBef>
                <a:spcPts val="0"/>
              </a:spcBef>
              <a:spcAft>
                <a:spcPts val="0"/>
              </a:spcAft>
              <a:buClr>
                <a:schemeClr val="accent3"/>
              </a:buClr>
              <a:buSzPts val="1800"/>
              <a:buFont typeface="Urbanist"/>
              <a:buNone/>
              <a:defRPr sz="1800">
                <a:solidFill>
                  <a:schemeClr val="accent3"/>
                </a:solidFill>
              </a:defRPr>
            </a:lvl2pPr>
            <a:lvl3pPr lvl="2">
              <a:spcBef>
                <a:spcPts val="0"/>
              </a:spcBef>
              <a:spcAft>
                <a:spcPts val="0"/>
              </a:spcAft>
              <a:buClr>
                <a:schemeClr val="accent3"/>
              </a:buClr>
              <a:buSzPts val="1800"/>
              <a:buFont typeface="Urbanist"/>
              <a:buNone/>
              <a:defRPr sz="1800">
                <a:solidFill>
                  <a:schemeClr val="accent3"/>
                </a:solidFill>
              </a:defRPr>
            </a:lvl3pPr>
            <a:lvl4pPr lvl="3">
              <a:spcBef>
                <a:spcPts val="0"/>
              </a:spcBef>
              <a:spcAft>
                <a:spcPts val="0"/>
              </a:spcAft>
              <a:buClr>
                <a:schemeClr val="accent3"/>
              </a:buClr>
              <a:buSzPts val="1800"/>
              <a:buFont typeface="Urbanist"/>
              <a:buNone/>
              <a:defRPr sz="1800">
                <a:solidFill>
                  <a:schemeClr val="accent3"/>
                </a:solidFill>
              </a:defRPr>
            </a:lvl4pPr>
            <a:lvl5pPr lvl="4">
              <a:spcBef>
                <a:spcPts val="0"/>
              </a:spcBef>
              <a:spcAft>
                <a:spcPts val="0"/>
              </a:spcAft>
              <a:buClr>
                <a:schemeClr val="accent3"/>
              </a:buClr>
              <a:buSzPts val="1800"/>
              <a:buFont typeface="Urbanist"/>
              <a:buNone/>
              <a:defRPr sz="1800">
                <a:solidFill>
                  <a:schemeClr val="accent3"/>
                </a:solidFill>
              </a:defRPr>
            </a:lvl5pPr>
            <a:lvl6pPr lvl="5">
              <a:spcBef>
                <a:spcPts val="0"/>
              </a:spcBef>
              <a:spcAft>
                <a:spcPts val="0"/>
              </a:spcAft>
              <a:buClr>
                <a:schemeClr val="accent3"/>
              </a:buClr>
              <a:buSzPts val="1800"/>
              <a:buFont typeface="Urbanist"/>
              <a:buNone/>
              <a:defRPr sz="1800">
                <a:solidFill>
                  <a:schemeClr val="accent3"/>
                </a:solidFill>
              </a:defRPr>
            </a:lvl6pPr>
            <a:lvl7pPr lvl="6">
              <a:spcBef>
                <a:spcPts val="0"/>
              </a:spcBef>
              <a:spcAft>
                <a:spcPts val="0"/>
              </a:spcAft>
              <a:buClr>
                <a:schemeClr val="accent3"/>
              </a:buClr>
              <a:buSzPts val="1800"/>
              <a:buFont typeface="Urbanist"/>
              <a:buNone/>
              <a:defRPr sz="1800">
                <a:solidFill>
                  <a:schemeClr val="accent3"/>
                </a:solidFill>
              </a:defRPr>
            </a:lvl7pPr>
            <a:lvl8pPr lvl="7">
              <a:spcBef>
                <a:spcPts val="0"/>
              </a:spcBef>
              <a:spcAft>
                <a:spcPts val="0"/>
              </a:spcAft>
              <a:buClr>
                <a:schemeClr val="accent3"/>
              </a:buClr>
              <a:buSzPts val="1800"/>
              <a:buFont typeface="Urbanist"/>
              <a:buNone/>
              <a:defRPr sz="1800">
                <a:solidFill>
                  <a:schemeClr val="accent3"/>
                </a:solidFill>
              </a:defRPr>
            </a:lvl8pPr>
            <a:lvl9pPr lvl="8">
              <a:spcBef>
                <a:spcPts val="0"/>
              </a:spcBef>
              <a:spcAft>
                <a:spcPts val="0"/>
              </a:spcAft>
              <a:buClr>
                <a:schemeClr val="accent3"/>
              </a:buClr>
              <a:buSzPts val="1800"/>
              <a:buFont typeface="Urbanist"/>
              <a:buNone/>
              <a:defRPr sz="1800">
                <a:solidFill>
                  <a:schemeClr val="accent3"/>
                </a:solidFill>
              </a:defRPr>
            </a:lvl9pPr>
          </a:lstStyle>
          <a:p/>
        </p:txBody>
      </p:sp>
      <p:sp>
        <p:nvSpPr>
          <p:cNvPr id="188" name="Google Shape;188;p13"/>
          <p:cNvSpPr txBox="1"/>
          <p:nvPr>
            <p:ph idx="4" type="subTitle"/>
          </p:nvPr>
        </p:nvSpPr>
        <p:spPr>
          <a:xfrm>
            <a:off x="6307650" y="690369"/>
            <a:ext cx="1974600" cy="204600"/>
          </a:xfrm>
          <a:prstGeom prst="rect">
            <a:avLst/>
          </a:prstGeom>
        </p:spPr>
        <p:txBody>
          <a:bodyPr anchorCtr="0" anchor="t" bIns="91425" lIns="0" spcFirstLastPara="1" rIns="91425" wrap="square" tIns="0">
            <a:noAutofit/>
          </a:bodyPr>
          <a:lstStyle>
            <a:lvl1pPr lvl="0">
              <a:lnSpc>
                <a:spcPct val="85000"/>
              </a:lnSpc>
              <a:spcBef>
                <a:spcPts val="0"/>
              </a:spcBef>
              <a:spcAft>
                <a:spcPts val="0"/>
              </a:spcAft>
              <a:buNone/>
              <a:defRPr sz="12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2pPr>
            <a:lvl3pPr lvl="2">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3pPr>
            <a:lvl4pPr lvl="3">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4pPr>
            <a:lvl5pPr lvl="4">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5pPr>
            <a:lvl6pPr lvl="5">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6pPr>
            <a:lvl7pPr lvl="6">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7pPr>
            <a:lvl8pPr lvl="7">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8pPr>
            <a:lvl9pPr lvl="8">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9pPr>
          </a:lstStyle>
          <a:p/>
        </p:txBody>
      </p:sp>
      <p:sp>
        <p:nvSpPr>
          <p:cNvPr id="189" name="Google Shape;189;p13"/>
          <p:cNvSpPr txBox="1"/>
          <p:nvPr>
            <p:ph idx="5" type="subTitle"/>
          </p:nvPr>
        </p:nvSpPr>
        <p:spPr>
          <a:xfrm>
            <a:off x="6307650" y="1070875"/>
            <a:ext cx="2444700" cy="818100"/>
          </a:xfrm>
          <a:prstGeom prst="rect">
            <a:avLst/>
          </a:prstGeom>
        </p:spPr>
        <p:txBody>
          <a:bodyPr anchorCtr="0" anchor="t" bIns="91425" lIns="0" spcFirstLastPara="1" rIns="91425" wrap="square" tIns="0">
            <a:noAutofit/>
          </a:bodyPr>
          <a:lstStyle>
            <a:lvl1pPr lvl="0">
              <a:lnSpc>
                <a:spcPct val="85000"/>
              </a:lnSpc>
              <a:spcBef>
                <a:spcPts val="0"/>
              </a:spcBef>
              <a:spcAft>
                <a:spcPts val="0"/>
              </a:spcAft>
              <a:buNone/>
              <a:defRPr sz="10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2pPr>
            <a:lvl3pPr lvl="2">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3pPr>
            <a:lvl4pPr lvl="3">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4pPr>
            <a:lvl5pPr lvl="4">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5pPr>
            <a:lvl6pPr lvl="5">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6pPr>
            <a:lvl7pPr lvl="6">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7pPr>
            <a:lvl8pPr lvl="7">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8pPr>
            <a:lvl9pPr lvl="8">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9pPr>
          </a:lstStyle>
          <a:p/>
        </p:txBody>
      </p:sp>
      <p:sp>
        <p:nvSpPr>
          <p:cNvPr id="190" name="Google Shape;190;p13"/>
          <p:cNvSpPr txBox="1"/>
          <p:nvPr>
            <p:ph idx="6" type="title"/>
          </p:nvPr>
        </p:nvSpPr>
        <p:spPr>
          <a:xfrm>
            <a:off x="233850" y="228600"/>
            <a:ext cx="2190000" cy="228600"/>
          </a:xfrm>
          <a:prstGeom prst="rect">
            <a:avLst/>
          </a:prstGeom>
        </p:spPr>
        <p:txBody>
          <a:bodyPr anchorCtr="0" anchor="t" bIns="0" lIns="0" spcFirstLastPara="1" rIns="0" wrap="square" tIns="0">
            <a:noAutofit/>
          </a:bodyPr>
          <a:lstStyle>
            <a:lvl1pPr lvl="0">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1pPr>
            <a:lvl2pPr lvl="1">
              <a:spcBef>
                <a:spcPts val="0"/>
              </a:spcBef>
              <a:spcAft>
                <a:spcPts val="0"/>
              </a:spcAft>
              <a:buClr>
                <a:schemeClr val="dk2"/>
              </a:buClr>
              <a:buSzPts val="3000"/>
              <a:buFont typeface="Urbanist"/>
              <a:buNone/>
              <a:defRPr>
                <a:solidFill>
                  <a:schemeClr val="dk2"/>
                </a:solidFill>
              </a:defRPr>
            </a:lvl2pPr>
            <a:lvl3pPr lvl="2">
              <a:spcBef>
                <a:spcPts val="0"/>
              </a:spcBef>
              <a:spcAft>
                <a:spcPts val="0"/>
              </a:spcAft>
              <a:buClr>
                <a:schemeClr val="dk2"/>
              </a:buClr>
              <a:buSzPts val="3000"/>
              <a:buFont typeface="Urbanist"/>
              <a:buNone/>
              <a:defRPr>
                <a:solidFill>
                  <a:schemeClr val="dk2"/>
                </a:solidFill>
              </a:defRPr>
            </a:lvl3pPr>
            <a:lvl4pPr lvl="3">
              <a:spcBef>
                <a:spcPts val="0"/>
              </a:spcBef>
              <a:spcAft>
                <a:spcPts val="0"/>
              </a:spcAft>
              <a:buClr>
                <a:schemeClr val="dk2"/>
              </a:buClr>
              <a:buSzPts val="3000"/>
              <a:buFont typeface="Urbanist"/>
              <a:buNone/>
              <a:defRPr>
                <a:solidFill>
                  <a:schemeClr val="dk2"/>
                </a:solidFill>
              </a:defRPr>
            </a:lvl4pPr>
            <a:lvl5pPr lvl="4">
              <a:spcBef>
                <a:spcPts val="0"/>
              </a:spcBef>
              <a:spcAft>
                <a:spcPts val="0"/>
              </a:spcAft>
              <a:buClr>
                <a:schemeClr val="dk2"/>
              </a:buClr>
              <a:buSzPts val="3000"/>
              <a:buFont typeface="Urbanist"/>
              <a:buNone/>
              <a:defRPr>
                <a:solidFill>
                  <a:schemeClr val="dk2"/>
                </a:solidFill>
              </a:defRPr>
            </a:lvl5pPr>
            <a:lvl6pPr lvl="5">
              <a:spcBef>
                <a:spcPts val="0"/>
              </a:spcBef>
              <a:spcAft>
                <a:spcPts val="0"/>
              </a:spcAft>
              <a:buClr>
                <a:schemeClr val="dk2"/>
              </a:buClr>
              <a:buSzPts val="3000"/>
              <a:buFont typeface="Urbanist"/>
              <a:buNone/>
              <a:defRPr>
                <a:solidFill>
                  <a:schemeClr val="dk2"/>
                </a:solidFill>
              </a:defRPr>
            </a:lvl6pPr>
            <a:lvl7pPr lvl="6">
              <a:spcBef>
                <a:spcPts val="0"/>
              </a:spcBef>
              <a:spcAft>
                <a:spcPts val="0"/>
              </a:spcAft>
              <a:buClr>
                <a:schemeClr val="dk2"/>
              </a:buClr>
              <a:buSzPts val="3000"/>
              <a:buFont typeface="Urbanist"/>
              <a:buNone/>
              <a:defRPr>
                <a:solidFill>
                  <a:schemeClr val="dk2"/>
                </a:solidFill>
              </a:defRPr>
            </a:lvl7pPr>
            <a:lvl8pPr lvl="7">
              <a:spcBef>
                <a:spcPts val="0"/>
              </a:spcBef>
              <a:spcAft>
                <a:spcPts val="0"/>
              </a:spcAft>
              <a:buClr>
                <a:schemeClr val="dk2"/>
              </a:buClr>
              <a:buSzPts val="3000"/>
              <a:buFont typeface="Urbanist"/>
              <a:buNone/>
              <a:defRPr>
                <a:solidFill>
                  <a:schemeClr val="dk2"/>
                </a:solidFill>
              </a:defRPr>
            </a:lvl8pPr>
            <a:lvl9pPr lvl="8">
              <a:spcBef>
                <a:spcPts val="0"/>
              </a:spcBef>
              <a:spcAft>
                <a:spcPts val="0"/>
              </a:spcAft>
              <a:buClr>
                <a:schemeClr val="dk2"/>
              </a:buClr>
              <a:buSzPts val="3000"/>
              <a:buFont typeface="Urbanist"/>
              <a:buNone/>
              <a:defRPr>
                <a:solidFill>
                  <a:schemeClr val="dk2"/>
                </a:solidFill>
              </a:defRPr>
            </a:lvl9pPr>
          </a:lstStyle>
          <a:p/>
        </p:txBody>
      </p:sp>
      <p:sp>
        <p:nvSpPr>
          <p:cNvPr id="191" name="Google Shape;191;p13"/>
          <p:cNvSpPr txBox="1"/>
          <p:nvPr>
            <p:ph idx="7" type="subTitle"/>
          </p:nvPr>
        </p:nvSpPr>
        <p:spPr>
          <a:xfrm>
            <a:off x="3482800" y="4057204"/>
            <a:ext cx="1076100" cy="168300"/>
          </a:xfrm>
          <a:prstGeom prst="rect">
            <a:avLst/>
          </a:prstGeom>
        </p:spPr>
        <p:txBody>
          <a:bodyPr anchorCtr="0" anchor="t" bIns="91425" lIns="0" spcFirstLastPara="1" rIns="91425" wrap="square" tIns="0">
            <a:noAutofit/>
          </a:bodyPr>
          <a:lstStyle>
            <a:lvl1pPr lvl="0" algn="ctr">
              <a:lnSpc>
                <a:spcPct val="85000"/>
              </a:lnSpc>
              <a:spcBef>
                <a:spcPts val="0"/>
              </a:spcBef>
              <a:spcAft>
                <a:spcPts val="0"/>
              </a:spcAft>
              <a:buNone/>
              <a:defRPr sz="800">
                <a:solidFill>
                  <a:schemeClr val="dk1"/>
                </a:solidFill>
                <a:latin typeface="Urbanist Medium"/>
                <a:ea typeface="Urbanist Medium"/>
                <a:cs typeface="Urbanist Medium"/>
                <a:sym typeface="Urbanist Medium"/>
              </a:defRPr>
            </a:lvl1pPr>
            <a:lvl2pPr lvl="1"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2pPr>
            <a:lvl3pPr lvl="2"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3pPr>
            <a:lvl4pPr lvl="3"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4pPr>
            <a:lvl5pPr lvl="4"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5pPr>
            <a:lvl6pPr lvl="5"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6pPr>
            <a:lvl7pPr lvl="6"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7pPr>
            <a:lvl8pPr lvl="7"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8pPr>
            <a:lvl9pPr lvl="8"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9pPr>
          </a:lstStyle>
          <a:p/>
        </p:txBody>
      </p:sp>
      <p:sp>
        <p:nvSpPr>
          <p:cNvPr id="192" name="Google Shape;192;p13"/>
          <p:cNvSpPr txBox="1"/>
          <p:nvPr>
            <p:ph idx="8" type="subTitle"/>
          </p:nvPr>
        </p:nvSpPr>
        <p:spPr>
          <a:xfrm>
            <a:off x="6405300" y="4057079"/>
            <a:ext cx="1076100" cy="168300"/>
          </a:xfrm>
          <a:prstGeom prst="rect">
            <a:avLst/>
          </a:prstGeom>
        </p:spPr>
        <p:txBody>
          <a:bodyPr anchorCtr="0" anchor="t" bIns="91425" lIns="0" spcFirstLastPara="1" rIns="91425" wrap="square" tIns="0">
            <a:noAutofit/>
          </a:bodyPr>
          <a:lstStyle>
            <a:lvl1pPr lvl="0" algn="ctr">
              <a:lnSpc>
                <a:spcPct val="85000"/>
              </a:lnSpc>
              <a:spcBef>
                <a:spcPts val="0"/>
              </a:spcBef>
              <a:spcAft>
                <a:spcPts val="0"/>
              </a:spcAft>
              <a:buNone/>
              <a:defRPr sz="800">
                <a:solidFill>
                  <a:schemeClr val="dk1"/>
                </a:solidFill>
                <a:latin typeface="Urbanist Medium"/>
                <a:ea typeface="Urbanist Medium"/>
                <a:cs typeface="Urbanist Medium"/>
                <a:sym typeface="Urbanist Medium"/>
              </a:defRPr>
            </a:lvl1pPr>
            <a:lvl2pPr lvl="1"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2pPr>
            <a:lvl3pPr lvl="2"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3pPr>
            <a:lvl4pPr lvl="3"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4pPr>
            <a:lvl5pPr lvl="4"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5pPr>
            <a:lvl6pPr lvl="5"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6pPr>
            <a:lvl7pPr lvl="6"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7pPr>
            <a:lvl8pPr lvl="7"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8pPr>
            <a:lvl9pPr lvl="8"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9pPr>
          </a:lstStyle>
          <a:p/>
        </p:txBody>
      </p:sp>
      <p:sp>
        <p:nvSpPr>
          <p:cNvPr id="193" name="Google Shape;193;p13"/>
          <p:cNvSpPr txBox="1"/>
          <p:nvPr>
            <p:ph idx="9" type="subTitle"/>
          </p:nvPr>
        </p:nvSpPr>
        <p:spPr>
          <a:xfrm>
            <a:off x="320625" y="4675975"/>
            <a:ext cx="27000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194" name="Google Shape;194;p13"/>
          <p:cNvSpPr txBox="1"/>
          <p:nvPr>
            <p:ph idx="13" type="subTitle"/>
          </p:nvPr>
        </p:nvSpPr>
        <p:spPr>
          <a:xfrm>
            <a:off x="4716740" y="4675975"/>
            <a:ext cx="22947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195" name="Google Shape;195;p13"/>
          <p:cNvSpPr txBox="1"/>
          <p:nvPr>
            <p:ph idx="14" type="subTitle"/>
          </p:nvPr>
        </p:nvSpPr>
        <p:spPr>
          <a:xfrm>
            <a:off x="6859200" y="4683725"/>
            <a:ext cx="2056500" cy="228600"/>
          </a:xfrm>
          <a:prstGeom prst="rect">
            <a:avLst/>
          </a:prstGeom>
        </p:spPr>
        <p:txBody>
          <a:bodyPr anchorCtr="0" anchor="b" bIns="0" lIns="0" spcFirstLastPara="1" rIns="0" wrap="square" tIns="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cxnSp>
        <p:nvCxnSpPr>
          <p:cNvPr id="196" name="Google Shape;196;p13"/>
          <p:cNvCxnSpPr/>
          <p:nvPr/>
        </p:nvCxnSpPr>
        <p:spPr>
          <a:xfrm>
            <a:off x="238800" y="4683300"/>
            <a:ext cx="8676900" cy="0"/>
          </a:xfrm>
          <a:prstGeom prst="straightConnector1">
            <a:avLst/>
          </a:prstGeom>
          <a:noFill/>
          <a:ln cap="flat" cmpd="sng" w="9525">
            <a:solidFill>
              <a:schemeClr val="accent1"/>
            </a:solidFill>
            <a:prstDash val="solid"/>
            <a:round/>
            <a:headEnd len="med" w="med" type="none"/>
            <a:tailEnd len="med" w="med" type="none"/>
          </a:ln>
        </p:spPr>
      </p:cxnSp>
      <p:grpSp>
        <p:nvGrpSpPr>
          <p:cNvPr id="197" name="Google Shape;197;p13"/>
          <p:cNvGrpSpPr/>
          <p:nvPr/>
        </p:nvGrpSpPr>
        <p:grpSpPr>
          <a:xfrm rot="-5400000">
            <a:off x="4794488" y="4206993"/>
            <a:ext cx="141588" cy="73485"/>
            <a:chOff x="498725" y="2069800"/>
            <a:chExt cx="205200" cy="106500"/>
          </a:xfrm>
        </p:grpSpPr>
        <p:cxnSp>
          <p:nvCxnSpPr>
            <p:cNvPr id="198" name="Google Shape;198;p13"/>
            <p:cNvCxnSpPr/>
            <p:nvPr/>
          </p:nvCxnSpPr>
          <p:spPr>
            <a:xfrm flipH="1" rot="-5400000">
              <a:off x="498725" y="2069800"/>
              <a:ext cx="103500" cy="103500"/>
            </a:xfrm>
            <a:prstGeom prst="straightConnector1">
              <a:avLst/>
            </a:prstGeom>
            <a:noFill/>
            <a:ln cap="flat" cmpd="sng" w="9525">
              <a:solidFill>
                <a:schemeClr val="lt2"/>
              </a:solidFill>
              <a:prstDash val="solid"/>
              <a:round/>
              <a:headEnd len="med" w="med" type="none"/>
              <a:tailEnd len="med" w="med" type="none"/>
            </a:ln>
          </p:spPr>
        </p:cxnSp>
        <p:cxnSp>
          <p:nvCxnSpPr>
            <p:cNvPr id="199" name="Google Shape;199;p13"/>
            <p:cNvCxnSpPr/>
            <p:nvPr/>
          </p:nvCxnSpPr>
          <p:spPr>
            <a:xfrm rot="5400000">
              <a:off x="596825" y="2069200"/>
              <a:ext cx="106500" cy="107700"/>
            </a:xfrm>
            <a:prstGeom prst="straightConnector1">
              <a:avLst/>
            </a:prstGeom>
            <a:noFill/>
            <a:ln cap="flat" cmpd="sng" w="9525">
              <a:solidFill>
                <a:schemeClr val="lt2"/>
              </a:solidFill>
              <a:prstDash val="solid"/>
              <a:round/>
              <a:headEnd len="med" w="med" type="none"/>
              <a:tailEnd len="med" w="med" type="none"/>
            </a:ln>
          </p:spPr>
        </p:cxnSp>
      </p:grpSp>
      <p:sp>
        <p:nvSpPr>
          <p:cNvPr id="200" name="Google Shape;200;p13"/>
          <p:cNvSpPr/>
          <p:nvPr/>
        </p:nvSpPr>
        <p:spPr>
          <a:xfrm>
            <a:off x="228600" y="4837500"/>
            <a:ext cx="48900" cy="48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201" name="Google Shape;201;p13"/>
          <p:cNvSpPr/>
          <p:nvPr/>
        </p:nvSpPr>
        <p:spPr>
          <a:xfrm>
            <a:off x="4618950" y="4839000"/>
            <a:ext cx="45900" cy="45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cards">
  <p:cSld name="CUSTOM_1_1">
    <p:spTree>
      <p:nvGrpSpPr>
        <p:cNvPr id="202" name="Shape 202"/>
        <p:cNvGrpSpPr/>
        <p:nvPr/>
      </p:nvGrpSpPr>
      <p:grpSpPr>
        <a:xfrm>
          <a:off x="0" y="0"/>
          <a:ext cx="0" cy="0"/>
          <a:chOff x="0" y="0"/>
          <a:chExt cx="0" cy="0"/>
        </a:xfrm>
      </p:grpSpPr>
      <p:sp>
        <p:nvSpPr>
          <p:cNvPr id="203" name="Google Shape;203;p14"/>
          <p:cNvSpPr txBox="1"/>
          <p:nvPr>
            <p:ph type="title"/>
          </p:nvPr>
        </p:nvSpPr>
        <p:spPr>
          <a:xfrm>
            <a:off x="233850" y="228600"/>
            <a:ext cx="2190000" cy="2286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200"/>
              <a:buFont typeface="Urbanist"/>
              <a:buNone/>
              <a:defRPr sz="1200">
                <a:latin typeface="Urbanist"/>
                <a:ea typeface="Urbanist"/>
                <a:cs typeface="Urbanist"/>
                <a:sym typeface="Urbanist"/>
              </a:defRPr>
            </a:lvl1pPr>
            <a:lvl2pPr lvl="1">
              <a:spcBef>
                <a:spcPts val="0"/>
              </a:spcBef>
              <a:spcAft>
                <a:spcPts val="0"/>
              </a:spcAft>
              <a:buClr>
                <a:schemeClr val="lt1"/>
              </a:buClr>
              <a:buSzPts val="3000"/>
              <a:buFont typeface="Urbanist"/>
              <a:buNone/>
              <a:defRPr/>
            </a:lvl2pPr>
            <a:lvl3pPr lvl="2">
              <a:spcBef>
                <a:spcPts val="0"/>
              </a:spcBef>
              <a:spcAft>
                <a:spcPts val="0"/>
              </a:spcAft>
              <a:buClr>
                <a:schemeClr val="lt1"/>
              </a:buClr>
              <a:buSzPts val="3000"/>
              <a:buFont typeface="Urbanist"/>
              <a:buNone/>
              <a:defRPr/>
            </a:lvl3pPr>
            <a:lvl4pPr lvl="3">
              <a:spcBef>
                <a:spcPts val="0"/>
              </a:spcBef>
              <a:spcAft>
                <a:spcPts val="0"/>
              </a:spcAft>
              <a:buClr>
                <a:schemeClr val="lt1"/>
              </a:buClr>
              <a:buSzPts val="3000"/>
              <a:buFont typeface="Urbanist"/>
              <a:buNone/>
              <a:defRPr/>
            </a:lvl4pPr>
            <a:lvl5pPr lvl="4">
              <a:spcBef>
                <a:spcPts val="0"/>
              </a:spcBef>
              <a:spcAft>
                <a:spcPts val="0"/>
              </a:spcAft>
              <a:buClr>
                <a:schemeClr val="lt1"/>
              </a:buClr>
              <a:buSzPts val="3000"/>
              <a:buFont typeface="Urbanist"/>
              <a:buNone/>
              <a:defRPr/>
            </a:lvl5pPr>
            <a:lvl6pPr lvl="5">
              <a:spcBef>
                <a:spcPts val="0"/>
              </a:spcBef>
              <a:spcAft>
                <a:spcPts val="0"/>
              </a:spcAft>
              <a:buClr>
                <a:schemeClr val="lt1"/>
              </a:buClr>
              <a:buSzPts val="3000"/>
              <a:buFont typeface="Urbanist"/>
              <a:buNone/>
              <a:defRPr/>
            </a:lvl6pPr>
            <a:lvl7pPr lvl="6">
              <a:spcBef>
                <a:spcPts val="0"/>
              </a:spcBef>
              <a:spcAft>
                <a:spcPts val="0"/>
              </a:spcAft>
              <a:buClr>
                <a:schemeClr val="lt1"/>
              </a:buClr>
              <a:buSzPts val="3000"/>
              <a:buFont typeface="Urbanist"/>
              <a:buNone/>
              <a:defRPr/>
            </a:lvl7pPr>
            <a:lvl8pPr lvl="7">
              <a:spcBef>
                <a:spcPts val="0"/>
              </a:spcBef>
              <a:spcAft>
                <a:spcPts val="0"/>
              </a:spcAft>
              <a:buClr>
                <a:schemeClr val="lt1"/>
              </a:buClr>
              <a:buSzPts val="3000"/>
              <a:buFont typeface="Urbanist"/>
              <a:buNone/>
              <a:defRPr/>
            </a:lvl8pPr>
            <a:lvl9pPr lvl="8">
              <a:spcBef>
                <a:spcPts val="0"/>
              </a:spcBef>
              <a:spcAft>
                <a:spcPts val="0"/>
              </a:spcAft>
              <a:buClr>
                <a:schemeClr val="lt1"/>
              </a:buClr>
              <a:buSzPts val="3000"/>
              <a:buFont typeface="Urbanist"/>
              <a:buNone/>
              <a:defRPr/>
            </a:lvl9pPr>
          </a:lstStyle>
          <a:p/>
        </p:txBody>
      </p:sp>
      <p:sp>
        <p:nvSpPr>
          <p:cNvPr id="204" name="Google Shape;204;p14"/>
          <p:cNvSpPr txBox="1"/>
          <p:nvPr>
            <p:ph idx="1" type="subTitle"/>
          </p:nvPr>
        </p:nvSpPr>
        <p:spPr>
          <a:xfrm>
            <a:off x="320625" y="4675975"/>
            <a:ext cx="27000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205" name="Google Shape;205;p14"/>
          <p:cNvSpPr txBox="1"/>
          <p:nvPr>
            <p:ph idx="2" type="subTitle"/>
          </p:nvPr>
        </p:nvSpPr>
        <p:spPr>
          <a:xfrm>
            <a:off x="4716740" y="4675975"/>
            <a:ext cx="22947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206" name="Google Shape;206;p14"/>
          <p:cNvSpPr txBox="1"/>
          <p:nvPr>
            <p:ph idx="3" type="subTitle"/>
          </p:nvPr>
        </p:nvSpPr>
        <p:spPr>
          <a:xfrm>
            <a:off x="6859200" y="4683725"/>
            <a:ext cx="2056500" cy="228600"/>
          </a:xfrm>
          <a:prstGeom prst="rect">
            <a:avLst/>
          </a:prstGeom>
        </p:spPr>
        <p:txBody>
          <a:bodyPr anchorCtr="0" anchor="b" bIns="0" lIns="0" spcFirstLastPara="1" rIns="0" wrap="square" tIns="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cxnSp>
        <p:nvCxnSpPr>
          <p:cNvPr id="207" name="Google Shape;207;p14"/>
          <p:cNvCxnSpPr/>
          <p:nvPr/>
        </p:nvCxnSpPr>
        <p:spPr>
          <a:xfrm>
            <a:off x="238800" y="4683300"/>
            <a:ext cx="8676900" cy="0"/>
          </a:xfrm>
          <a:prstGeom prst="straightConnector1">
            <a:avLst/>
          </a:prstGeom>
          <a:noFill/>
          <a:ln cap="flat" cmpd="sng" w="9525">
            <a:solidFill>
              <a:schemeClr val="accent1"/>
            </a:solidFill>
            <a:prstDash val="solid"/>
            <a:round/>
            <a:headEnd len="med" w="med" type="none"/>
            <a:tailEnd len="med" w="med" type="none"/>
          </a:ln>
        </p:spPr>
      </p:cxnSp>
      <p:sp>
        <p:nvSpPr>
          <p:cNvPr id="208" name="Google Shape;208;p14"/>
          <p:cNvSpPr txBox="1"/>
          <p:nvPr>
            <p:ph idx="4" type="title"/>
          </p:nvPr>
        </p:nvSpPr>
        <p:spPr>
          <a:xfrm>
            <a:off x="3379125" y="491100"/>
            <a:ext cx="1461300" cy="293100"/>
          </a:xfrm>
          <a:prstGeom prst="rect">
            <a:avLst/>
          </a:prstGeom>
        </p:spPr>
        <p:txBody>
          <a:bodyPr anchorCtr="0" anchor="b" bIns="91425" lIns="0" spcFirstLastPara="1" rIns="91425" wrap="square" tIns="0">
            <a:noAutofit/>
          </a:bodyPr>
          <a:lstStyle>
            <a:lvl1pPr lvl="0">
              <a:spcBef>
                <a:spcPts val="0"/>
              </a:spcBef>
              <a:spcAft>
                <a:spcPts val="0"/>
              </a:spcAft>
              <a:buClr>
                <a:schemeClr val="accent3"/>
              </a:buClr>
              <a:buSzPts val="1800"/>
              <a:buFont typeface="Urbanist"/>
              <a:buNone/>
              <a:defRPr sz="1800">
                <a:solidFill>
                  <a:schemeClr val="accent3"/>
                </a:solidFill>
              </a:defRPr>
            </a:lvl1pPr>
            <a:lvl2pPr lvl="1">
              <a:spcBef>
                <a:spcPts val="0"/>
              </a:spcBef>
              <a:spcAft>
                <a:spcPts val="0"/>
              </a:spcAft>
              <a:buClr>
                <a:schemeClr val="accent3"/>
              </a:buClr>
              <a:buSzPts val="1800"/>
              <a:buFont typeface="Urbanist"/>
              <a:buNone/>
              <a:defRPr sz="1800">
                <a:solidFill>
                  <a:schemeClr val="accent3"/>
                </a:solidFill>
              </a:defRPr>
            </a:lvl2pPr>
            <a:lvl3pPr lvl="2">
              <a:spcBef>
                <a:spcPts val="0"/>
              </a:spcBef>
              <a:spcAft>
                <a:spcPts val="0"/>
              </a:spcAft>
              <a:buClr>
                <a:schemeClr val="accent3"/>
              </a:buClr>
              <a:buSzPts val="1800"/>
              <a:buFont typeface="Urbanist"/>
              <a:buNone/>
              <a:defRPr sz="1800">
                <a:solidFill>
                  <a:schemeClr val="accent3"/>
                </a:solidFill>
              </a:defRPr>
            </a:lvl3pPr>
            <a:lvl4pPr lvl="3">
              <a:spcBef>
                <a:spcPts val="0"/>
              </a:spcBef>
              <a:spcAft>
                <a:spcPts val="0"/>
              </a:spcAft>
              <a:buClr>
                <a:schemeClr val="accent3"/>
              </a:buClr>
              <a:buSzPts val="1800"/>
              <a:buFont typeface="Urbanist"/>
              <a:buNone/>
              <a:defRPr sz="1800">
                <a:solidFill>
                  <a:schemeClr val="accent3"/>
                </a:solidFill>
              </a:defRPr>
            </a:lvl4pPr>
            <a:lvl5pPr lvl="4">
              <a:spcBef>
                <a:spcPts val="0"/>
              </a:spcBef>
              <a:spcAft>
                <a:spcPts val="0"/>
              </a:spcAft>
              <a:buClr>
                <a:schemeClr val="accent3"/>
              </a:buClr>
              <a:buSzPts val="1800"/>
              <a:buFont typeface="Urbanist"/>
              <a:buNone/>
              <a:defRPr sz="1800">
                <a:solidFill>
                  <a:schemeClr val="accent3"/>
                </a:solidFill>
              </a:defRPr>
            </a:lvl5pPr>
            <a:lvl6pPr lvl="5">
              <a:spcBef>
                <a:spcPts val="0"/>
              </a:spcBef>
              <a:spcAft>
                <a:spcPts val="0"/>
              </a:spcAft>
              <a:buClr>
                <a:schemeClr val="accent3"/>
              </a:buClr>
              <a:buSzPts val="1800"/>
              <a:buFont typeface="Urbanist"/>
              <a:buNone/>
              <a:defRPr sz="1800">
                <a:solidFill>
                  <a:schemeClr val="accent3"/>
                </a:solidFill>
              </a:defRPr>
            </a:lvl6pPr>
            <a:lvl7pPr lvl="6">
              <a:spcBef>
                <a:spcPts val="0"/>
              </a:spcBef>
              <a:spcAft>
                <a:spcPts val="0"/>
              </a:spcAft>
              <a:buClr>
                <a:schemeClr val="accent3"/>
              </a:buClr>
              <a:buSzPts val="1800"/>
              <a:buFont typeface="Urbanist"/>
              <a:buNone/>
              <a:defRPr sz="1800">
                <a:solidFill>
                  <a:schemeClr val="accent3"/>
                </a:solidFill>
              </a:defRPr>
            </a:lvl7pPr>
            <a:lvl8pPr lvl="7">
              <a:spcBef>
                <a:spcPts val="0"/>
              </a:spcBef>
              <a:spcAft>
                <a:spcPts val="0"/>
              </a:spcAft>
              <a:buClr>
                <a:schemeClr val="accent3"/>
              </a:buClr>
              <a:buSzPts val="1800"/>
              <a:buFont typeface="Urbanist"/>
              <a:buNone/>
              <a:defRPr sz="1800">
                <a:solidFill>
                  <a:schemeClr val="accent3"/>
                </a:solidFill>
              </a:defRPr>
            </a:lvl8pPr>
            <a:lvl9pPr lvl="8">
              <a:spcBef>
                <a:spcPts val="0"/>
              </a:spcBef>
              <a:spcAft>
                <a:spcPts val="0"/>
              </a:spcAft>
              <a:buClr>
                <a:schemeClr val="accent3"/>
              </a:buClr>
              <a:buSzPts val="1800"/>
              <a:buFont typeface="Urbanist"/>
              <a:buNone/>
              <a:defRPr sz="1800">
                <a:solidFill>
                  <a:schemeClr val="accent3"/>
                </a:solidFill>
              </a:defRPr>
            </a:lvl9pPr>
          </a:lstStyle>
          <a:p/>
        </p:txBody>
      </p:sp>
      <p:sp>
        <p:nvSpPr>
          <p:cNvPr id="209" name="Google Shape;209;p14"/>
          <p:cNvSpPr txBox="1"/>
          <p:nvPr>
            <p:ph idx="5" type="subTitle"/>
          </p:nvPr>
        </p:nvSpPr>
        <p:spPr>
          <a:xfrm>
            <a:off x="3379125" y="691577"/>
            <a:ext cx="1549500" cy="204600"/>
          </a:xfrm>
          <a:prstGeom prst="rect">
            <a:avLst/>
          </a:prstGeom>
        </p:spPr>
        <p:txBody>
          <a:bodyPr anchorCtr="0" anchor="t" bIns="91425" lIns="0" spcFirstLastPara="1" rIns="91425" wrap="square" tIns="0">
            <a:noAutofit/>
          </a:bodyPr>
          <a:lstStyle>
            <a:lvl1pPr lvl="0">
              <a:lnSpc>
                <a:spcPct val="85000"/>
              </a:lnSpc>
              <a:spcBef>
                <a:spcPts val="0"/>
              </a:spcBef>
              <a:spcAft>
                <a:spcPts val="0"/>
              </a:spcAft>
              <a:buNone/>
              <a:defRPr sz="12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2pPr>
            <a:lvl3pPr lvl="2">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3pPr>
            <a:lvl4pPr lvl="3">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4pPr>
            <a:lvl5pPr lvl="4">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5pPr>
            <a:lvl6pPr lvl="5">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6pPr>
            <a:lvl7pPr lvl="6">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7pPr>
            <a:lvl8pPr lvl="7">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8pPr>
            <a:lvl9pPr lvl="8">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9pPr>
          </a:lstStyle>
          <a:p/>
        </p:txBody>
      </p:sp>
      <p:sp>
        <p:nvSpPr>
          <p:cNvPr id="210" name="Google Shape;210;p14"/>
          <p:cNvSpPr txBox="1"/>
          <p:nvPr>
            <p:ph idx="6" type="subTitle"/>
          </p:nvPr>
        </p:nvSpPr>
        <p:spPr>
          <a:xfrm>
            <a:off x="3379123" y="1072077"/>
            <a:ext cx="2444700" cy="818100"/>
          </a:xfrm>
          <a:prstGeom prst="rect">
            <a:avLst/>
          </a:prstGeom>
        </p:spPr>
        <p:txBody>
          <a:bodyPr anchorCtr="0" anchor="t" bIns="91425" lIns="0" spcFirstLastPara="1" rIns="91425" wrap="square" tIns="0">
            <a:noAutofit/>
          </a:bodyPr>
          <a:lstStyle>
            <a:lvl1pPr lvl="0">
              <a:lnSpc>
                <a:spcPct val="85000"/>
              </a:lnSpc>
              <a:spcBef>
                <a:spcPts val="0"/>
              </a:spcBef>
              <a:spcAft>
                <a:spcPts val="0"/>
              </a:spcAft>
              <a:buNone/>
              <a:defRPr sz="10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2pPr>
            <a:lvl3pPr lvl="2">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3pPr>
            <a:lvl4pPr lvl="3">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4pPr>
            <a:lvl5pPr lvl="4">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5pPr>
            <a:lvl6pPr lvl="5">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6pPr>
            <a:lvl7pPr lvl="6">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7pPr>
            <a:lvl8pPr lvl="7">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8pPr>
            <a:lvl9pPr lvl="8">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9pPr>
          </a:lstStyle>
          <a:p/>
        </p:txBody>
      </p:sp>
      <p:sp>
        <p:nvSpPr>
          <p:cNvPr id="211" name="Google Shape;211;p14"/>
          <p:cNvSpPr txBox="1"/>
          <p:nvPr>
            <p:ph idx="7" type="title"/>
          </p:nvPr>
        </p:nvSpPr>
        <p:spPr>
          <a:xfrm>
            <a:off x="6318039" y="491100"/>
            <a:ext cx="1461300" cy="293100"/>
          </a:xfrm>
          <a:prstGeom prst="rect">
            <a:avLst/>
          </a:prstGeom>
        </p:spPr>
        <p:txBody>
          <a:bodyPr anchorCtr="0" anchor="b" bIns="91425" lIns="0" spcFirstLastPara="1" rIns="91425" wrap="square" tIns="0">
            <a:noAutofit/>
          </a:bodyPr>
          <a:lstStyle>
            <a:lvl1pPr lvl="0">
              <a:spcBef>
                <a:spcPts val="0"/>
              </a:spcBef>
              <a:spcAft>
                <a:spcPts val="0"/>
              </a:spcAft>
              <a:buClr>
                <a:schemeClr val="accent3"/>
              </a:buClr>
              <a:buSzPts val="1800"/>
              <a:buFont typeface="Urbanist"/>
              <a:buNone/>
              <a:defRPr sz="1800">
                <a:solidFill>
                  <a:schemeClr val="accent3"/>
                </a:solidFill>
                <a:latin typeface="Urbanist"/>
                <a:ea typeface="Urbanist"/>
                <a:cs typeface="Urbanist"/>
                <a:sym typeface="Urbanist"/>
              </a:defRPr>
            </a:lvl1pPr>
            <a:lvl2pPr lvl="1">
              <a:spcBef>
                <a:spcPts val="0"/>
              </a:spcBef>
              <a:spcAft>
                <a:spcPts val="0"/>
              </a:spcAft>
              <a:buClr>
                <a:schemeClr val="accent3"/>
              </a:buClr>
              <a:buSzPts val="1800"/>
              <a:buFont typeface="Urbanist"/>
              <a:buNone/>
              <a:defRPr sz="1800">
                <a:solidFill>
                  <a:schemeClr val="accent3"/>
                </a:solidFill>
              </a:defRPr>
            </a:lvl2pPr>
            <a:lvl3pPr lvl="2">
              <a:spcBef>
                <a:spcPts val="0"/>
              </a:spcBef>
              <a:spcAft>
                <a:spcPts val="0"/>
              </a:spcAft>
              <a:buClr>
                <a:schemeClr val="accent3"/>
              </a:buClr>
              <a:buSzPts val="1800"/>
              <a:buFont typeface="Urbanist"/>
              <a:buNone/>
              <a:defRPr sz="1800">
                <a:solidFill>
                  <a:schemeClr val="accent3"/>
                </a:solidFill>
              </a:defRPr>
            </a:lvl3pPr>
            <a:lvl4pPr lvl="3">
              <a:spcBef>
                <a:spcPts val="0"/>
              </a:spcBef>
              <a:spcAft>
                <a:spcPts val="0"/>
              </a:spcAft>
              <a:buClr>
                <a:schemeClr val="accent3"/>
              </a:buClr>
              <a:buSzPts val="1800"/>
              <a:buFont typeface="Urbanist"/>
              <a:buNone/>
              <a:defRPr sz="1800">
                <a:solidFill>
                  <a:schemeClr val="accent3"/>
                </a:solidFill>
              </a:defRPr>
            </a:lvl4pPr>
            <a:lvl5pPr lvl="4">
              <a:spcBef>
                <a:spcPts val="0"/>
              </a:spcBef>
              <a:spcAft>
                <a:spcPts val="0"/>
              </a:spcAft>
              <a:buClr>
                <a:schemeClr val="accent3"/>
              </a:buClr>
              <a:buSzPts val="1800"/>
              <a:buFont typeface="Urbanist"/>
              <a:buNone/>
              <a:defRPr sz="1800">
                <a:solidFill>
                  <a:schemeClr val="accent3"/>
                </a:solidFill>
              </a:defRPr>
            </a:lvl5pPr>
            <a:lvl6pPr lvl="5">
              <a:spcBef>
                <a:spcPts val="0"/>
              </a:spcBef>
              <a:spcAft>
                <a:spcPts val="0"/>
              </a:spcAft>
              <a:buClr>
                <a:schemeClr val="accent3"/>
              </a:buClr>
              <a:buSzPts val="1800"/>
              <a:buFont typeface="Urbanist"/>
              <a:buNone/>
              <a:defRPr sz="1800">
                <a:solidFill>
                  <a:schemeClr val="accent3"/>
                </a:solidFill>
              </a:defRPr>
            </a:lvl6pPr>
            <a:lvl7pPr lvl="6">
              <a:spcBef>
                <a:spcPts val="0"/>
              </a:spcBef>
              <a:spcAft>
                <a:spcPts val="0"/>
              </a:spcAft>
              <a:buClr>
                <a:schemeClr val="accent3"/>
              </a:buClr>
              <a:buSzPts val="1800"/>
              <a:buFont typeface="Urbanist"/>
              <a:buNone/>
              <a:defRPr sz="1800">
                <a:solidFill>
                  <a:schemeClr val="accent3"/>
                </a:solidFill>
              </a:defRPr>
            </a:lvl7pPr>
            <a:lvl8pPr lvl="7">
              <a:spcBef>
                <a:spcPts val="0"/>
              </a:spcBef>
              <a:spcAft>
                <a:spcPts val="0"/>
              </a:spcAft>
              <a:buClr>
                <a:schemeClr val="accent3"/>
              </a:buClr>
              <a:buSzPts val="1800"/>
              <a:buFont typeface="Urbanist"/>
              <a:buNone/>
              <a:defRPr sz="1800">
                <a:solidFill>
                  <a:schemeClr val="accent3"/>
                </a:solidFill>
              </a:defRPr>
            </a:lvl8pPr>
            <a:lvl9pPr lvl="8">
              <a:spcBef>
                <a:spcPts val="0"/>
              </a:spcBef>
              <a:spcAft>
                <a:spcPts val="0"/>
              </a:spcAft>
              <a:buClr>
                <a:schemeClr val="accent3"/>
              </a:buClr>
              <a:buSzPts val="1800"/>
              <a:buFont typeface="Urbanist"/>
              <a:buNone/>
              <a:defRPr sz="1800">
                <a:solidFill>
                  <a:schemeClr val="accent3"/>
                </a:solidFill>
              </a:defRPr>
            </a:lvl9pPr>
          </a:lstStyle>
          <a:p/>
        </p:txBody>
      </p:sp>
      <p:sp>
        <p:nvSpPr>
          <p:cNvPr id="212" name="Google Shape;212;p14"/>
          <p:cNvSpPr txBox="1"/>
          <p:nvPr>
            <p:ph idx="8" type="subTitle"/>
          </p:nvPr>
        </p:nvSpPr>
        <p:spPr>
          <a:xfrm>
            <a:off x="6318039" y="691577"/>
            <a:ext cx="1549500" cy="204600"/>
          </a:xfrm>
          <a:prstGeom prst="rect">
            <a:avLst/>
          </a:prstGeom>
        </p:spPr>
        <p:txBody>
          <a:bodyPr anchorCtr="0" anchor="t" bIns="91425" lIns="0" spcFirstLastPara="1" rIns="91425" wrap="square" tIns="0">
            <a:noAutofit/>
          </a:bodyPr>
          <a:lstStyle>
            <a:lvl1pPr lvl="0">
              <a:lnSpc>
                <a:spcPct val="85000"/>
              </a:lnSpc>
              <a:spcBef>
                <a:spcPts val="0"/>
              </a:spcBef>
              <a:spcAft>
                <a:spcPts val="0"/>
              </a:spcAft>
              <a:buNone/>
              <a:defRPr sz="12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2pPr>
            <a:lvl3pPr lvl="2">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3pPr>
            <a:lvl4pPr lvl="3">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4pPr>
            <a:lvl5pPr lvl="4">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5pPr>
            <a:lvl6pPr lvl="5">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6pPr>
            <a:lvl7pPr lvl="6">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7pPr>
            <a:lvl8pPr lvl="7">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8pPr>
            <a:lvl9pPr lvl="8">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9pPr>
          </a:lstStyle>
          <a:p/>
        </p:txBody>
      </p:sp>
      <p:sp>
        <p:nvSpPr>
          <p:cNvPr id="213" name="Google Shape;213;p14"/>
          <p:cNvSpPr txBox="1"/>
          <p:nvPr>
            <p:ph idx="9" type="subTitle"/>
          </p:nvPr>
        </p:nvSpPr>
        <p:spPr>
          <a:xfrm>
            <a:off x="6318036" y="1072077"/>
            <a:ext cx="2444700" cy="818100"/>
          </a:xfrm>
          <a:prstGeom prst="rect">
            <a:avLst/>
          </a:prstGeom>
        </p:spPr>
        <p:txBody>
          <a:bodyPr anchorCtr="0" anchor="t" bIns="91425" lIns="0" spcFirstLastPara="1" rIns="91425" wrap="square" tIns="0">
            <a:noAutofit/>
          </a:bodyPr>
          <a:lstStyle>
            <a:lvl1pPr lvl="0">
              <a:lnSpc>
                <a:spcPct val="85000"/>
              </a:lnSpc>
              <a:spcBef>
                <a:spcPts val="0"/>
              </a:spcBef>
              <a:spcAft>
                <a:spcPts val="0"/>
              </a:spcAft>
              <a:buNone/>
              <a:defRPr sz="10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2pPr>
            <a:lvl3pPr lvl="2">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3pPr>
            <a:lvl4pPr lvl="3">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4pPr>
            <a:lvl5pPr lvl="4">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5pPr>
            <a:lvl6pPr lvl="5">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6pPr>
            <a:lvl7pPr lvl="6">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7pPr>
            <a:lvl8pPr lvl="7">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8pPr>
            <a:lvl9pPr lvl="8">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9pPr>
          </a:lstStyle>
          <a:p/>
        </p:txBody>
      </p:sp>
      <p:sp>
        <p:nvSpPr>
          <p:cNvPr id="214" name="Google Shape;214;p14"/>
          <p:cNvSpPr txBox="1"/>
          <p:nvPr>
            <p:ph idx="13" type="title"/>
          </p:nvPr>
        </p:nvSpPr>
        <p:spPr>
          <a:xfrm>
            <a:off x="6318039" y="2655740"/>
            <a:ext cx="1461300" cy="293100"/>
          </a:xfrm>
          <a:prstGeom prst="rect">
            <a:avLst/>
          </a:prstGeom>
        </p:spPr>
        <p:txBody>
          <a:bodyPr anchorCtr="0" anchor="b" bIns="91425" lIns="0" spcFirstLastPara="1" rIns="91425" wrap="square" tIns="0">
            <a:noAutofit/>
          </a:bodyPr>
          <a:lstStyle>
            <a:lvl1pPr lvl="0">
              <a:spcBef>
                <a:spcPts val="0"/>
              </a:spcBef>
              <a:spcAft>
                <a:spcPts val="0"/>
              </a:spcAft>
              <a:buClr>
                <a:schemeClr val="accent3"/>
              </a:buClr>
              <a:buSzPts val="1800"/>
              <a:buFont typeface="Urbanist"/>
              <a:buNone/>
              <a:defRPr sz="1800">
                <a:solidFill>
                  <a:schemeClr val="accent3"/>
                </a:solidFill>
                <a:latin typeface="Urbanist"/>
                <a:ea typeface="Urbanist"/>
                <a:cs typeface="Urbanist"/>
                <a:sym typeface="Urbanist"/>
              </a:defRPr>
            </a:lvl1pPr>
            <a:lvl2pPr lvl="1">
              <a:spcBef>
                <a:spcPts val="0"/>
              </a:spcBef>
              <a:spcAft>
                <a:spcPts val="0"/>
              </a:spcAft>
              <a:buClr>
                <a:schemeClr val="accent3"/>
              </a:buClr>
              <a:buSzPts val="1800"/>
              <a:buFont typeface="Urbanist"/>
              <a:buNone/>
              <a:defRPr sz="1800">
                <a:solidFill>
                  <a:schemeClr val="accent3"/>
                </a:solidFill>
              </a:defRPr>
            </a:lvl2pPr>
            <a:lvl3pPr lvl="2">
              <a:spcBef>
                <a:spcPts val="0"/>
              </a:spcBef>
              <a:spcAft>
                <a:spcPts val="0"/>
              </a:spcAft>
              <a:buClr>
                <a:schemeClr val="accent3"/>
              </a:buClr>
              <a:buSzPts val="1800"/>
              <a:buFont typeface="Urbanist"/>
              <a:buNone/>
              <a:defRPr sz="1800">
                <a:solidFill>
                  <a:schemeClr val="accent3"/>
                </a:solidFill>
              </a:defRPr>
            </a:lvl3pPr>
            <a:lvl4pPr lvl="3">
              <a:spcBef>
                <a:spcPts val="0"/>
              </a:spcBef>
              <a:spcAft>
                <a:spcPts val="0"/>
              </a:spcAft>
              <a:buClr>
                <a:schemeClr val="accent3"/>
              </a:buClr>
              <a:buSzPts val="1800"/>
              <a:buFont typeface="Urbanist"/>
              <a:buNone/>
              <a:defRPr sz="1800">
                <a:solidFill>
                  <a:schemeClr val="accent3"/>
                </a:solidFill>
              </a:defRPr>
            </a:lvl4pPr>
            <a:lvl5pPr lvl="4">
              <a:spcBef>
                <a:spcPts val="0"/>
              </a:spcBef>
              <a:spcAft>
                <a:spcPts val="0"/>
              </a:spcAft>
              <a:buClr>
                <a:schemeClr val="accent3"/>
              </a:buClr>
              <a:buSzPts val="1800"/>
              <a:buFont typeface="Urbanist"/>
              <a:buNone/>
              <a:defRPr sz="1800">
                <a:solidFill>
                  <a:schemeClr val="accent3"/>
                </a:solidFill>
              </a:defRPr>
            </a:lvl5pPr>
            <a:lvl6pPr lvl="5">
              <a:spcBef>
                <a:spcPts val="0"/>
              </a:spcBef>
              <a:spcAft>
                <a:spcPts val="0"/>
              </a:spcAft>
              <a:buClr>
                <a:schemeClr val="accent3"/>
              </a:buClr>
              <a:buSzPts val="1800"/>
              <a:buFont typeface="Urbanist"/>
              <a:buNone/>
              <a:defRPr sz="1800">
                <a:solidFill>
                  <a:schemeClr val="accent3"/>
                </a:solidFill>
              </a:defRPr>
            </a:lvl6pPr>
            <a:lvl7pPr lvl="6">
              <a:spcBef>
                <a:spcPts val="0"/>
              </a:spcBef>
              <a:spcAft>
                <a:spcPts val="0"/>
              </a:spcAft>
              <a:buClr>
                <a:schemeClr val="accent3"/>
              </a:buClr>
              <a:buSzPts val="1800"/>
              <a:buFont typeface="Urbanist"/>
              <a:buNone/>
              <a:defRPr sz="1800">
                <a:solidFill>
                  <a:schemeClr val="accent3"/>
                </a:solidFill>
              </a:defRPr>
            </a:lvl7pPr>
            <a:lvl8pPr lvl="7">
              <a:spcBef>
                <a:spcPts val="0"/>
              </a:spcBef>
              <a:spcAft>
                <a:spcPts val="0"/>
              </a:spcAft>
              <a:buClr>
                <a:schemeClr val="accent3"/>
              </a:buClr>
              <a:buSzPts val="1800"/>
              <a:buFont typeface="Urbanist"/>
              <a:buNone/>
              <a:defRPr sz="1800">
                <a:solidFill>
                  <a:schemeClr val="accent3"/>
                </a:solidFill>
              </a:defRPr>
            </a:lvl8pPr>
            <a:lvl9pPr lvl="8">
              <a:spcBef>
                <a:spcPts val="0"/>
              </a:spcBef>
              <a:spcAft>
                <a:spcPts val="0"/>
              </a:spcAft>
              <a:buClr>
                <a:schemeClr val="accent3"/>
              </a:buClr>
              <a:buSzPts val="1800"/>
              <a:buFont typeface="Urbanist"/>
              <a:buNone/>
              <a:defRPr sz="1800">
                <a:solidFill>
                  <a:schemeClr val="accent3"/>
                </a:solidFill>
              </a:defRPr>
            </a:lvl9pPr>
          </a:lstStyle>
          <a:p/>
        </p:txBody>
      </p:sp>
      <p:sp>
        <p:nvSpPr>
          <p:cNvPr id="215" name="Google Shape;215;p14"/>
          <p:cNvSpPr txBox="1"/>
          <p:nvPr>
            <p:ph idx="14" type="subTitle"/>
          </p:nvPr>
        </p:nvSpPr>
        <p:spPr>
          <a:xfrm>
            <a:off x="6318039" y="2856216"/>
            <a:ext cx="1549500" cy="204600"/>
          </a:xfrm>
          <a:prstGeom prst="rect">
            <a:avLst/>
          </a:prstGeom>
        </p:spPr>
        <p:txBody>
          <a:bodyPr anchorCtr="0" anchor="t" bIns="91425" lIns="0" spcFirstLastPara="1" rIns="91425" wrap="square" tIns="0">
            <a:noAutofit/>
          </a:bodyPr>
          <a:lstStyle>
            <a:lvl1pPr lvl="0">
              <a:lnSpc>
                <a:spcPct val="85000"/>
              </a:lnSpc>
              <a:spcBef>
                <a:spcPts val="0"/>
              </a:spcBef>
              <a:spcAft>
                <a:spcPts val="0"/>
              </a:spcAft>
              <a:buNone/>
              <a:defRPr sz="12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2pPr>
            <a:lvl3pPr lvl="2">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3pPr>
            <a:lvl4pPr lvl="3">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4pPr>
            <a:lvl5pPr lvl="4">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5pPr>
            <a:lvl6pPr lvl="5">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6pPr>
            <a:lvl7pPr lvl="6">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7pPr>
            <a:lvl8pPr lvl="7">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8pPr>
            <a:lvl9pPr lvl="8">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9pPr>
          </a:lstStyle>
          <a:p/>
        </p:txBody>
      </p:sp>
      <p:sp>
        <p:nvSpPr>
          <p:cNvPr id="216" name="Google Shape;216;p14"/>
          <p:cNvSpPr txBox="1"/>
          <p:nvPr>
            <p:ph idx="15" type="subTitle"/>
          </p:nvPr>
        </p:nvSpPr>
        <p:spPr>
          <a:xfrm>
            <a:off x="6318036" y="3236717"/>
            <a:ext cx="2444700" cy="818100"/>
          </a:xfrm>
          <a:prstGeom prst="rect">
            <a:avLst/>
          </a:prstGeom>
        </p:spPr>
        <p:txBody>
          <a:bodyPr anchorCtr="0" anchor="t" bIns="91425" lIns="0" spcFirstLastPara="1" rIns="91425" wrap="square" tIns="0">
            <a:noAutofit/>
          </a:bodyPr>
          <a:lstStyle>
            <a:lvl1pPr lvl="0">
              <a:lnSpc>
                <a:spcPct val="85000"/>
              </a:lnSpc>
              <a:spcBef>
                <a:spcPts val="0"/>
              </a:spcBef>
              <a:spcAft>
                <a:spcPts val="0"/>
              </a:spcAft>
              <a:buNone/>
              <a:defRPr sz="10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2pPr>
            <a:lvl3pPr lvl="2">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3pPr>
            <a:lvl4pPr lvl="3">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4pPr>
            <a:lvl5pPr lvl="4">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5pPr>
            <a:lvl6pPr lvl="5">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6pPr>
            <a:lvl7pPr lvl="6">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7pPr>
            <a:lvl8pPr lvl="7">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8pPr>
            <a:lvl9pPr lvl="8">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9pPr>
          </a:lstStyle>
          <a:p/>
        </p:txBody>
      </p:sp>
      <p:sp>
        <p:nvSpPr>
          <p:cNvPr id="217" name="Google Shape;217;p14"/>
          <p:cNvSpPr txBox="1"/>
          <p:nvPr>
            <p:ph idx="16" type="title"/>
          </p:nvPr>
        </p:nvSpPr>
        <p:spPr>
          <a:xfrm>
            <a:off x="3379125" y="2655740"/>
            <a:ext cx="1461300" cy="293100"/>
          </a:xfrm>
          <a:prstGeom prst="rect">
            <a:avLst/>
          </a:prstGeom>
        </p:spPr>
        <p:txBody>
          <a:bodyPr anchorCtr="0" anchor="b" bIns="91425" lIns="0" spcFirstLastPara="1" rIns="91425" wrap="square" tIns="0">
            <a:noAutofit/>
          </a:bodyPr>
          <a:lstStyle>
            <a:lvl1pPr lvl="0">
              <a:spcBef>
                <a:spcPts val="0"/>
              </a:spcBef>
              <a:spcAft>
                <a:spcPts val="0"/>
              </a:spcAft>
              <a:buClr>
                <a:schemeClr val="accent3"/>
              </a:buClr>
              <a:buSzPts val="1800"/>
              <a:buFont typeface="Urbanist"/>
              <a:buNone/>
              <a:defRPr sz="1800">
                <a:solidFill>
                  <a:schemeClr val="accent3"/>
                </a:solidFill>
                <a:latin typeface="Urbanist"/>
                <a:ea typeface="Urbanist"/>
                <a:cs typeface="Urbanist"/>
                <a:sym typeface="Urbanist"/>
              </a:defRPr>
            </a:lvl1pPr>
            <a:lvl2pPr lvl="1">
              <a:spcBef>
                <a:spcPts val="0"/>
              </a:spcBef>
              <a:spcAft>
                <a:spcPts val="0"/>
              </a:spcAft>
              <a:buClr>
                <a:schemeClr val="accent3"/>
              </a:buClr>
              <a:buSzPts val="1800"/>
              <a:buFont typeface="Urbanist"/>
              <a:buNone/>
              <a:defRPr sz="1800">
                <a:solidFill>
                  <a:schemeClr val="accent3"/>
                </a:solidFill>
              </a:defRPr>
            </a:lvl2pPr>
            <a:lvl3pPr lvl="2">
              <a:spcBef>
                <a:spcPts val="0"/>
              </a:spcBef>
              <a:spcAft>
                <a:spcPts val="0"/>
              </a:spcAft>
              <a:buClr>
                <a:schemeClr val="accent3"/>
              </a:buClr>
              <a:buSzPts val="1800"/>
              <a:buFont typeface="Urbanist"/>
              <a:buNone/>
              <a:defRPr sz="1800">
                <a:solidFill>
                  <a:schemeClr val="accent3"/>
                </a:solidFill>
              </a:defRPr>
            </a:lvl3pPr>
            <a:lvl4pPr lvl="3">
              <a:spcBef>
                <a:spcPts val="0"/>
              </a:spcBef>
              <a:spcAft>
                <a:spcPts val="0"/>
              </a:spcAft>
              <a:buClr>
                <a:schemeClr val="accent3"/>
              </a:buClr>
              <a:buSzPts val="1800"/>
              <a:buFont typeface="Urbanist"/>
              <a:buNone/>
              <a:defRPr sz="1800">
                <a:solidFill>
                  <a:schemeClr val="accent3"/>
                </a:solidFill>
              </a:defRPr>
            </a:lvl4pPr>
            <a:lvl5pPr lvl="4">
              <a:spcBef>
                <a:spcPts val="0"/>
              </a:spcBef>
              <a:spcAft>
                <a:spcPts val="0"/>
              </a:spcAft>
              <a:buClr>
                <a:schemeClr val="accent3"/>
              </a:buClr>
              <a:buSzPts val="1800"/>
              <a:buFont typeface="Urbanist"/>
              <a:buNone/>
              <a:defRPr sz="1800">
                <a:solidFill>
                  <a:schemeClr val="accent3"/>
                </a:solidFill>
              </a:defRPr>
            </a:lvl5pPr>
            <a:lvl6pPr lvl="5">
              <a:spcBef>
                <a:spcPts val="0"/>
              </a:spcBef>
              <a:spcAft>
                <a:spcPts val="0"/>
              </a:spcAft>
              <a:buClr>
                <a:schemeClr val="accent3"/>
              </a:buClr>
              <a:buSzPts val="1800"/>
              <a:buFont typeface="Urbanist"/>
              <a:buNone/>
              <a:defRPr sz="1800">
                <a:solidFill>
                  <a:schemeClr val="accent3"/>
                </a:solidFill>
              </a:defRPr>
            </a:lvl6pPr>
            <a:lvl7pPr lvl="6">
              <a:spcBef>
                <a:spcPts val="0"/>
              </a:spcBef>
              <a:spcAft>
                <a:spcPts val="0"/>
              </a:spcAft>
              <a:buClr>
                <a:schemeClr val="accent3"/>
              </a:buClr>
              <a:buSzPts val="1800"/>
              <a:buFont typeface="Urbanist"/>
              <a:buNone/>
              <a:defRPr sz="1800">
                <a:solidFill>
                  <a:schemeClr val="accent3"/>
                </a:solidFill>
              </a:defRPr>
            </a:lvl7pPr>
            <a:lvl8pPr lvl="7">
              <a:spcBef>
                <a:spcPts val="0"/>
              </a:spcBef>
              <a:spcAft>
                <a:spcPts val="0"/>
              </a:spcAft>
              <a:buClr>
                <a:schemeClr val="accent3"/>
              </a:buClr>
              <a:buSzPts val="1800"/>
              <a:buFont typeface="Urbanist"/>
              <a:buNone/>
              <a:defRPr sz="1800">
                <a:solidFill>
                  <a:schemeClr val="accent3"/>
                </a:solidFill>
              </a:defRPr>
            </a:lvl8pPr>
            <a:lvl9pPr lvl="8">
              <a:spcBef>
                <a:spcPts val="0"/>
              </a:spcBef>
              <a:spcAft>
                <a:spcPts val="0"/>
              </a:spcAft>
              <a:buClr>
                <a:schemeClr val="accent3"/>
              </a:buClr>
              <a:buSzPts val="1800"/>
              <a:buFont typeface="Urbanist"/>
              <a:buNone/>
              <a:defRPr sz="1800">
                <a:solidFill>
                  <a:schemeClr val="accent3"/>
                </a:solidFill>
              </a:defRPr>
            </a:lvl9pPr>
          </a:lstStyle>
          <a:p/>
        </p:txBody>
      </p:sp>
      <p:sp>
        <p:nvSpPr>
          <p:cNvPr id="218" name="Google Shape;218;p14"/>
          <p:cNvSpPr txBox="1"/>
          <p:nvPr>
            <p:ph idx="17" type="subTitle"/>
          </p:nvPr>
        </p:nvSpPr>
        <p:spPr>
          <a:xfrm>
            <a:off x="3379125" y="2856216"/>
            <a:ext cx="1549500" cy="204600"/>
          </a:xfrm>
          <a:prstGeom prst="rect">
            <a:avLst/>
          </a:prstGeom>
        </p:spPr>
        <p:txBody>
          <a:bodyPr anchorCtr="0" anchor="t" bIns="91425" lIns="0" spcFirstLastPara="1" rIns="91425" wrap="square" tIns="0">
            <a:noAutofit/>
          </a:bodyPr>
          <a:lstStyle>
            <a:lvl1pPr lvl="0">
              <a:lnSpc>
                <a:spcPct val="85000"/>
              </a:lnSpc>
              <a:spcBef>
                <a:spcPts val="0"/>
              </a:spcBef>
              <a:spcAft>
                <a:spcPts val="0"/>
              </a:spcAft>
              <a:buNone/>
              <a:defRPr sz="12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2pPr>
            <a:lvl3pPr lvl="2">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3pPr>
            <a:lvl4pPr lvl="3">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4pPr>
            <a:lvl5pPr lvl="4">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5pPr>
            <a:lvl6pPr lvl="5">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6pPr>
            <a:lvl7pPr lvl="6">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7pPr>
            <a:lvl8pPr lvl="7">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8pPr>
            <a:lvl9pPr lvl="8">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9pPr>
          </a:lstStyle>
          <a:p/>
        </p:txBody>
      </p:sp>
      <p:sp>
        <p:nvSpPr>
          <p:cNvPr id="219" name="Google Shape;219;p14"/>
          <p:cNvSpPr txBox="1"/>
          <p:nvPr>
            <p:ph idx="18" type="subTitle"/>
          </p:nvPr>
        </p:nvSpPr>
        <p:spPr>
          <a:xfrm>
            <a:off x="3379123" y="3236717"/>
            <a:ext cx="2444700" cy="818100"/>
          </a:xfrm>
          <a:prstGeom prst="rect">
            <a:avLst/>
          </a:prstGeom>
        </p:spPr>
        <p:txBody>
          <a:bodyPr anchorCtr="0" anchor="t" bIns="91425" lIns="0" spcFirstLastPara="1" rIns="91425" wrap="square" tIns="0">
            <a:noAutofit/>
          </a:bodyPr>
          <a:lstStyle>
            <a:lvl1pPr lvl="0">
              <a:lnSpc>
                <a:spcPct val="85000"/>
              </a:lnSpc>
              <a:spcBef>
                <a:spcPts val="0"/>
              </a:spcBef>
              <a:spcAft>
                <a:spcPts val="0"/>
              </a:spcAft>
              <a:buNone/>
              <a:defRPr sz="10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2pPr>
            <a:lvl3pPr lvl="2">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3pPr>
            <a:lvl4pPr lvl="3">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4pPr>
            <a:lvl5pPr lvl="4">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5pPr>
            <a:lvl6pPr lvl="5">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6pPr>
            <a:lvl7pPr lvl="6">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7pPr>
            <a:lvl8pPr lvl="7">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8pPr>
            <a:lvl9pPr lvl="8">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9pPr>
          </a:lstStyle>
          <a:p/>
        </p:txBody>
      </p:sp>
      <p:sp>
        <p:nvSpPr>
          <p:cNvPr id="220" name="Google Shape;220;p14"/>
          <p:cNvSpPr/>
          <p:nvPr/>
        </p:nvSpPr>
        <p:spPr>
          <a:xfrm>
            <a:off x="228600" y="4837500"/>
            <a:ext cx="48900" cy="48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221" name="Google Shape;221;p14"/>
          <p:cNvSpPr/>
          <p:nvPr/>
        </p:nvSpPr>
        <p:spPr>
          <a:xfrm>
            <a:off x="4618950" y="4839000"/>
            <a:ext cx="45900" cy="45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meline">
  <p:cSld name="CUSTOM_7_1_1_1_1_1_1_1_1_1_1_1_1_1_1_1_1_1">
    <p:spTree>
      <p:nvGrpSpPr>
        <p:cNvPr id="222" name="Shape 222"/>
        <p:cNvGrpSpPr/>
        <p:nvPr/>
      </p:nvGrpSpPr>
      <p:grpSpPr>
        <a:xfrm>
          <a:off x="0" y="0"/>
          <a:ext cx="0" cy="0"/>
          <a:chOff x="0" y="0"/>
          <a:chExt cx="0" cy="0"/>
        </a:xfrm>
      </p:grpSpPr>
      <p:pic>
        <p:nvPicPr>
          <p:cNvPr id="223" name="Google Shape;223;p15"/>
          <p:cNvPicPr preferRelativeResize="0"/>
          <p:nvPr/>
        </p:nvPicPr>
        <p:blipFill rotWithShape="1">
          <a:blip r:embed="rId2">
            <a:alphaModFix/>
          </a:blip>
          <a:srcRect b="14588" l="0" r="15469" t="0"/>
          <a:stretch/>
        </p:blipFill>
        <p:spPr>
          <a:xfrm flipH="1">
            <a:off x="4571999" y="2061075"/>
            <a:ext cx="4572001" cy="3082424"/>
          </a:xfrm>
          <a:prstGeom prst="rect">
            <a:avLst/>
          </a:prstGeom>
          <a:noFill/>
          <a:ln>
            <a:noFill/>
          </a:ln>
        </p:spPr>
      </p:pic>
      <p:cxnSp>
        <p:nvCxnSpPr>
          <p:cNvPr id="224" name="Google Shape;224;p15"/>
          <p:cNvCxnSpPr/>
          <p:nvPr/>
        </p:nvCxnSpPr>
        <p:spPr>
          <a:xfrm>
            <a:off x="238800" y="4683300"/>
            <a:ext cx="8676900" cy="0"/>
          </a:xfrm>
          <a:prstGeom prst="straightConnector1">
            <a:avLst/>
          </a:prstGeom>
          <a:noFill/>
          <a:ln cap="flat" cmpd="sng" w="9525">
            <a:solidFill>
              <a:schemeClr val="accent1"/>
            </a:solidFill>
            <a:prstDash val="solid"/>
            <a:round/>
            <a:headEnd len="med" w="med" type="none"/>
            <a:tailEnd len="med" w="med" type="none"/>
          </a:ln>
        </p:spPr>
      </p:cxnSp>
      <p:sp>
        <p:nvSpPr>
          <p:cNvPr id="225" name="Google Shape;225;p15"/>
          <p:cNvSpPr txBox="1"/>
          <p:nvPr>
            <p:ph idx="1" type="subTitle"/>
          </p:nvPr>
        </p:nvSpPr>
        <p:spPr>
          <a:xfrm>
            <a:off x="320625" y="4675975"/>
            <a:ext cx="27000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226" name="Google Shape;226;p15"/>
          <p:cNvSpPr txBox="1"/>
          <p:nvPr>
            <p:ph idx="2" type="subTitle"/>
          </p:nvPr>
        </p:nvSpPr>
        <p:spPr>
          <a:xfrm>
            <a:off x="4716740" y="4675975"/>
            <a:ext cx="22947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227" name="Google Shape;227;p15"/>
          <p:cNvSpPr txBox="1"/>
          <p:nvPr>
            <p:ph idx="3" type="subTitle"/>
          </p:nvPr>
        </p:nvSpPr>
        <p:spPr>
          <a:xfrm>
            <a:off x="6859200" y="4683725"/>
            <a:ext cx="2056500" cy="228600"/>
          </a:xfrm>
          <a:prstGeom prst="rect">
            <a:avLst/>
          </a:prstGeom>
        </p:spPr>
        <p:txBody>
          <a:bodyPr anchorCtr="0" anchor="b" bIns="0" lIns="0" spcFirstLastPara="1" rIns="0" wrap="square" tIns="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228" name="Google Shape;228;p15"/>
          <p:cNvSpPr txBox="1"/>
          <p:nvPr>
            <p:ph idx="4" type="subTitle"/>
          </p:nvPr>
        </p:nvSpPr>
        <p:spPr>
          <a:xfrm>
            <a:off x="228600" y="228600"/>
            <a:ext cx="2920800" cy="228600"/>
          </a:xfrm>
          <a:prstGeom prst="rect">
            <a:avLst/>
          </a:prstGeom>
        </p:spPr>
        <p:txBody>
          <a:bodyPr anchorCtr="0" anchor="t" bIns="0" lIns="0" spcFirstLastPara="1" rIns="0" wrap="square" tIns="0">
            <a:noAutofit/>
          </a:bodyPr>
          <a:lstStyle>
            <a:lvl1pPr lvl="0">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9pPr>
          </a:lstStyle>
          <a:p/>
        </p:txBody>
      </p:sp>
      <p:sp>
        <p:nvSpPr>
          <p:cNvPr id="229" name="Google Shape;229;p15"/>
          <p:cNvSpPr txBox="1"/>
          <p:nvPr>
            <p:ph type="title"/>
          </p:nvPr>
        </p:nvSpPr>
        <p:spPr>
          <a:xfrm>
            <a:off x="355225" y="1775475"/>
            <a:ext cx="1862100" cy="293100"/>
          </a:xfrm>
          <a:prstGeom prst="rect">
            <a:avLst/>
          </a:prstGeom>
        </p:spPr>
        <p:txBody>
          <a:bodyPr anchorCtr="0" anchor="b" bIns="91425" lIns="0" spcFirstLastPara="1" rIns="91425" wrap="square" tIns="0">
            <a:noAutofit/>
          </a:bodyPr>
          <a:lstStyle>
            <a:lvl1pPr lvl="0">
              <a:spcBef>
                <a:spcPts val="0"/>
              </a:spcBef>
              <a:spcAft>
                <a:spcPts val="0"/>
              </a:spcAft>
              <a:buClr>
                <a:schemeClr val="accent3"/>
              </a:buClr>
              <a:buSzPts val="3000"/>
              <a:buFont typeface="Urbanist"/>
              <a:buNone/>
              <a:defRPr sz="1800">
                <a:solidFill>
                  <a:schemeClr val="accent3"/>
                </a:solidFill>
              </a:defRPr>
            </a:lvl1pPr>
            <a:lvl2pPr lvl="1">
              <a:spcBef>
                <a:spcPts val="0"/>
              </a:spcBef>
              <a:spcAft>
                <a:spcPts val="0"/>
              </a:spcAft>
              <a:buClr>
                <a:schemeClr val="accent3"/>
              </a:buClr>
              <a:buSzPts val="3000"/>
              <a:buFont typeface="Urbanist"/>
              <a:buNone/>
              <a:defRPr>
                <a:solidFill>
                  <a:schemeClr val="accent3"/>
                </a:solidFill>
              </a:defRPr>
            </a:lvl2pPr>
            <a:lvl3pPr lvl="2">
              <a:spcBef>
                <a:spcPts val="0"/>
              </a:spcBef>
              <a:spcAft>
                <a:spcPts val="0"/>
              </a:spcAft>
              <a:buClr>
                <a:schemeClr val="accent3"/>
              </a:buClr>
              <a:buSzPts val="3000"/>
              <a:buFont typeface="Urbanist"/>
              <a:buNone/>
              <a:defRPr>
                <a:solidFill>
                  <a:schemeClr val="accent3"/>
                </a:solidFill>
              </a:defRPr>
            </a:lvl3pPr>
            <a:lvl4pPr lvl="3">
              <a:spcBef>
                <a:spcPts val="0"/>
              </a:spcBef>
              <a:spcAft>
                <a:spcPts val="0"/>
              </a:spcAft>
              <a:buClr>
                <a:schemeClr val="accent3"/>
              </a:buClr>
              <a:buSzPts val="3000"/>
              <a:buFont typeface="Urbanist"/>
              <a:buNone/>
              <a:defRPr>
                <a:solidFill>
                  <a:schemeClr val="accent3"/>
                </a:solidFill>
              </a:defRPr>
            </a:lvl4pPr>
            <a:lvl5pPr lvl="4">
              <a:spcBef>
                <a:spcPts val="0"/>
              </a:spcBef>
              <a:spcAft>
                <a:spcPts val="0"/>
              </a:spcAft>
              <a:buClr>
                <a:schemeClr val="accent3"/>
              </a:buClr>
              <a:buSzPts val="3000"/>
              <a:buFont typeface="Urbanist"/>
              <a:buNone/>
              <a:defRPr>
                <a:solidFill>
                  <a:schemeClr val="accent3"/>
                </a:solidFill>
              </a:defRPr>
            </a:lvl5pPr>
            <a:lvl6pPr lvl="5">
              <a:spcBef>
                <a:spcPts val="0"/>
              </a:spcBef>
              <a:spcAft>
                <a:spcPts val="0"/>
              </a:spcAft>
              <a:buClr>
                <a:schemeClr val="accent3"/>
              </a:buClr>
              <a:buSzPts val="3000"/>
              <a:buFont typeface="Urbanist"/>
              <a:buNone/>
              <a:defRPr>
                <a:solidFill>
                  <a:schemeClr val="accent3"/>
                </a:solidFill>
              </a:defRPr>
            </a:lvl6pPr>
            <a:lvl7pPr lvl="6">
              <a:spcBef>
                <a:spcPts val="0"/>
              </a:spcBef>
              <a:spcAft>
                <a:spcPts val="0"/>
              </a:spcAft>
              <a:buClr>
                <a:schemeClr val="accent3"/>
              </a:buClr>
              <a:buSzPts val="3000"/>
              <a:buFont typeface="Urbanist"/>
              <a:buNone/>
              <a:defRPr>
                <a:solidFill>
                  <a:schemeClr val="accent3"/>
                </a:solidFill>
              </a:defRPr>
            </a:lvl7pPr>
            <a:lvl8pPr lvl="7">
              <a:spcBef>
                <a:spcPts val="0"/>
              </a:spcBef>
              <a:spcAft>
                <a:spcPts val="0"/>
              </a:spcAft>
              <a:buClr>
                <a:schemeClr val="accent3"/>
              </a:buClr>
              <a:buSzPts val="3000"/>
              <a:buFont typeface="Urbanist"/>
              <a:buNone/>
              <a:defRPr>
                <a:solidFill>
                  <a:schemeClr val="accent3"/>
                </a:solidFill>
              </a:defRPr>
            </a:lvl8pPr>
            <a:lvl9pPr lvl="8">
              <a:spcBef>
                <a:spcPts val="0"/>
              </a:spcBef>
              <a:spcAft>
                <a:spcPts val="0"/>
              </a:spcAft>
              <a:buClr>
                <a:schemeClr val="accent3"/>
              </a:buClr>
              <a:buSzPts val="3000"/>
              <a:buFont typeface="Urbanist"/>
              <a:buNone/>
              <a:defRPr>
                <a:solidFill>
                  <a:schemeClr val="accent3"/>
                </a:solidFill>
              </a:defRPr>
            </a:lvl9pPr>
          </a:lstStyle>
          <a:p/>
        </p:txBody>
      </p:sp>
      <p:sp>
        <p:nvSpPr>
          <p:cNvPr id="230" name="Google Shape;230;p15"/>
          <p:cNvSpPr txBox="1"/>
          <p:nvPr>
            <p:ph idx="5" type="subTitle"/>
          </p:nvPr>
        </p:nvSpPr>
        <p:spPr>
          <a:xfrm>
            <a:off x="355225" y="2161825"/>
            <a:ext cx="1974600" cy="204600"/>
          </a:xfrm>
          <a:prstGeom prst="rect">
            <a:avLst/>
          </a:prstGeom>
        </p:spPr>
        <p:txBody>
          <a:bodyPr anchorCtr="0" anchor="t" bIns="91425" lIns="0" spcFirstLastPara="1" rIns="91425" wrap="square" tIns="0">
            <a:noAutofit/>
          </a:bodyPr>
          <a:lstStyle>
            <a:lvl1pPr lvl="0">
              <a:lnSpc>
                <a:spcPct val="85000"/>
              </a:lnSpc>
              <a:spcBef>
                <a:spcPts val="0"/>
              </a:spcBef>
              <a:spcAft>
                <a:spcPts val="0"/>
              </a:spcAft>
              <a:buNone/>
              <a:defRPr sz="13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2pPr>
            <a:lvl3pPr lvl="2">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3pPr>
            <a:lvl4pPr lvl="3">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4pPr>
            <a:lvl5pPr lvl="4">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5pPr>
            <a:lvl6pPr lvl="5">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6pPr>
            <a:lvl7pPr lvl="6">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7pPr>
            <a:lvl8pPr lvl="7">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8pPr>
            <a:lvl9pPr lvl="8">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9pPr>
          </a:lstStyle>
          <a:p/>
        </p:txBody>
      </p:sp>
      <p:sp>
        <p:nvSpPr>
          <p:cNvPr id="231" name="Google Shape;231;p15"/>
          <p:cNvSpPr txBox="1"/>
          <p:nvPr>
            <p:ph idx="6" type="body"/>
          </p:nvPr>
        </p:nvSpPr>
        <p:spPr>
          <a:xfrm>
            <a:off x="355225" y="2465025"/>
            <a:ext cx="1826700" cy="477900"/>
          </a:xfrm>
          <a:prstGeom prst="rect">
            <a:avLst/>
          </a:prstGeom>
        </p:spPr>
        <p:txBody>
          <a:bodyPr anchorCtr="0" anchor="t" bIns="91425" lIns="0" spcFirstLastPara="1" rIns="91425" wrap="square" tIns="0">
            <a:noAutofit/>
          </a:bodyPr>
          <a:lstStyle>
            <a:lvl1pPr indent="-279400" lvl="0" marL="457200">
              <a:spcBef>
                <a:spcPts val="0"/>
              </a:spcBef>
              <a:spcAft>
                <a:spcPts val="0"/>
              </a:spcAft>
              <a:buClr>
                <a:schemeClr val="dk2"/>
              </a:buClr>
              <a:buSzPts val="800"/>
              <a:buFont typeface="Urbanist"/>
              <a:buChar char="●"/>
              <a:defRPr sz="800">
                <a:solidFill>
                  <a:schemeClr val="dk2"/>
                </a:solidFill>
              </a:defRPr>
            </a:lvl1pPr>
            <a:lvl2pPr indent="-279400" lvl="1" marL="914400">
              <a:spcBef>
                <a:spcPts val="0"/>
              </a:spcBef>
              <a:spcAft>
                <a:spcPts val="0"/>
              </a:spcAft>
              <a:buClr>
                <a:schemeClr val="dk2"/>
              </a:buClr>
              <a:buSzPts val="800"/>
              <a:buFont typeface="Urbanist"/>
              <a:buChar char="○"/>
              <a:defRPr sz="800">
                <a:solidFill>
                  <a:schemeClr val="dk2"/>
                </a:solidFill>
              </a:defRPr>
            </a:lvl2pPr>
            <a:lvl3pPr indent="-279400" lvl="2" marL="1371600">
              <a:spcBef>
                <a:spcPts val="0"/>
              </a:spcBef>
              <a:spcAft>
                <a:spcPts val="0"/>
              </a:spcAft>
              <a:buClr>
                <a:schemeClr val="dk2"/>
              </a:buClr>
              <a:buSzPts val="800"/>
              <a:buFont typeface="Urbanist"/>
              <a:buChar char="■"/>
              <a:defRPr sz="800">
                <a:solidFill>
                  <a:schemeClr val="dk2"/>
                </a:solidFill>
              </a:defRPr>
            </a:lvl3pPr>
            <a:lvl4pPr indent="-279400" lvl="3" marL="1828800">
              <a:spcBef>
                <a:spcPts val="0"/>
              </a:spcBef>
              <a:spcAft>
                <a:spcPts val="0"/>
              </a:spcAft>
              <a:buClr>
                <a:schemeClr val="dk2"/>
              </a:buClr>
              <a:buSzPts val="800"/>
              <a:buFont typeface="Urbanist"/>
              <a:buChar char="●"/>
              <a:defRPr sz="800">
                <a:solidFill>
                  <a:schemeClr val="dk2"/>
                </a:solidFill>
              </a:defRPr>
            </a:lvl4pPr>
            <a:lvl5pPr indent="-279400" lvl="4" marL="2286000">
              <a:spcBef>
                <a:spcPts val="0"/>
              </a:spcBef>
              <a:spcAft>
                <a:spcPts val="0"/>
              </a:spcAft>
              <a:buClr>
                <a:schemeClr val="dk2"/>
              </a:buClr>
              <a:buSzPts val="800"/>
              <a:buFont typeface="Urbanist"/>
              <a:buChar char="○"/>
              <a:defRPr sz="800">
                <a:solidFill>
                  <a:schemeClr val="dk2"/>
                </a:solidFill>
              </a:defRPr>
            </a:lvl5pPr>
            <a:lvl6pPr indent="-279400" lvl="5" marL="2743200">
              <a:spcBef>
                <a:spcPts val="0"/>
              </a:spcBef>
              <a:spcAft>
                <a:spcPts val="0"/>
              </a:spcAft>
              <a:buClr>
                <a:schemeClr val="dk2"/>
              </a:buClr>
              <a:buSzPts val="800"/>
              <a:buFont typeface="Urbanist"/>
              <a:buChar char="■"/>
              <a:defRPr sz="800">
                <a:solidFill>
                  <a:schemeClr val="dk2"/>
                </a:solidFill>
              </a:defRPr>
            </a:lvl6pPr>
            <a:lvl7pPr indent="-279400" lvl="6" marL="3200400">
              <a:spcBef>
                <a:spcPts val="0"/>
              </a:spcBef>
              <a:spcAft>
                <a:spcPts val="0"/>
              </a:spcAft>
              <a:buClr>
                <a:schemeClr val="dk2"/>
              </a:buClr>
              <a:buSzPts val="800"/>
              <a:buFont typeface="Urbanist"/>
              <a:buChar char="●"/>
              <a:defRPr sz="800">
                <a:solidFill>
                  <a:schemeClr val="dk2"/>
                </a:solidFill>
              </a:defRPr>
            </a:lvl7pPr>
            <a:lvl8pPr indent="-279400" lvl="7" marL="3657600">
              <a:spcBef>
                <a:spcPts val="0"/>
              </a:spcBef>
              <a:spcAft>
                <a:spcPts val="0"/>
              </a:spcAft>
              <a:buClr>
                <a:schemeClr val="dk2"/>
              </a:buClr>
              <a:buSzPts val="800"/>
              <a:buFont typeface="Urbanist"/>
              <a:buChar char="○"/>
              <a:defRPr sz="800">
                <a:solidFill>
                  <a:schemeClr val="dk2"/>
                </a:solidFill>
              </a:defRPr>
            </a:lvl8pPr>
            <a:lvl9pPr indent="-279400" lvl="8" marL="4114800">
              <a:spcBef>
                <a:spcPts val="0"/>
              </a:spcBef>
              <a:spcAft>
                <a:spcPts val="0"/>
              </a:spcAft>
              <a:buClr>
                <a:schemeClr val="dk2"/>
              </a:buClr>
              <a:buSzPts val="800"/>
              <a:buFont typeface="Urbanist"/>
              <a:buChar char="■"/>
              <a:defRPr sz="800">
                <a:solidFill>
                  <a:schemeClr val="dk2"/>
                </a:solidFill>
              </a:defRPr>
            </a:lvl9pPr>
          </a:lstStyle>
          <a:p/>
        </p:txBody>
      </p:sp>
      <p:sp>
        <p:nvSpPr>
          <p:cNvPr id="232" name="Google Shape;232;p15"/>
          <p:cNvSpPr txBox="1"/>
          <p:nvPr>
            <p:ph idx="7" type="title"/>
          </p:nvPr>
        </p:nvSpPr>
        <p:spPr>
          <a:xfrm>
            <a:off x="2543875" y="1775475"/>
            <a:ext cx="1862100" cy="293100"/>
          </a:xfrm>
          <a:prstGeom prst="rect">
            <a:avLst/>
          </a:prstGeom>
        </p:spPr>
        <p:txBody>
          <a:bodyPr anchorCtr="0" anchor="b" bIns="91425" lIns="0" spcFirstLastPara="1" rIns="91425" wrap="square" tIns="0">
            <a:noAutofit/>
          </a:bodyPr>
          <a:lstStyle>
            <a:lvl1pPr lvl="0">
              <a:lnSpc>
                <a:spcPct val="90000"/>
              </a:lnSpc>
              <a:spcBef>
                <a:spcPts val="0"/>
              </a:spcBef>
              <a:spcAft>
                <a:spcPts val="0"/>
              </a:spcAft>
              <a:buClr>
                <a:schemeClr val="accent3"/>
              </a:buClr>
              <a:buSzPts val="3000"/>
              <a:buFont typeface="Urbanist"/>
              <a:buNone/>
              <a:defRPr sz="1800">
                <a:solidFill>
                  <a:schemeClr val="accent3"/>
                </a:solidFill>
              </a:defRPr>
            </a:lvl1pPr>
            <a:lvl2pPr lvl="1">
              <a:spcBef>
                <a:spcPts val="0"/>
              </a:spcBef>
              <a:spcAft>
                <a:spcPts val="0"/>
              </a:spcAft>
              <a:buClr>
                <a:schemeClr val="accent3"/>
              </a:buClr>
              <a:buSzPts val="3000"/>
              <a:buFont typeface="Urbanist"/>
              <a:buNone/>
              <a:defRPr>
                <a:solidFill>
                  <a:schemeClr val="accent3"/>
                </a:solidFill>
              </a:defRPr>
            </a:lvl2pPr>
            <a:lvl3pPr lvl="2">
              <a:spcBef>
                <a:spcPts val="0"/>
              </a:spcBef>
              <a:spcAft>
                <a:spcPts val="0"/>
              </a:spcAft>
              <a:buClr>
                <a:schemeClr val="accent3"/>
              </a:buClr>
              <a:buSzPts val="3000"/>
              <a:buFont typeface="Urbanist"/>
              <a:buNone/>
              <a:defRPr>
                <a:solidFill>
                  <a:schemeClr val="accent3"/>
                </a:solidFill>
              </a:defRPr>
            </a:lvl3pPr>
            <a:lvl4pPr lvl="3">
              <a:spcBef>
                <a:spcPts val="0"/>
              </a:spcBef>
              <a:spcAft>
                <a:spcPts val="0"/>
              </a:spcAft>
              <a:buClr>
                <a:schemeClr val="accent3"/>
              </a:buClr>
              <a:buSzPts val="3000"/>
              <a:buFont typeface="Urbanist"/>
              <a:buNone/>
              <a:defRPr>
                <a:solidFill>
                  <a:schemeClr val="accent3"/>
                </a:solidFill>
              </a:defRPr>
            </a:lvl4pPr>
            <a:lvl5pPr lvl="4">
              <a:spcBef>
                <a:spcPts val="0"/>
              </a:spcBef>
              <a:spcAft>
                <a:spcPts val="0"/>
              </a:spcAft>
              <a:buClr>
                <a:schemeClr val="accent3"/>
              </a:buClr>
              <a:buSzPts val="3000"/>
              <a:buFont typeface="Urbanist"/>
              <a:buNone/>
              <a:defRPr>
                <a:solidFill>
                  <a:schemeClr val="accent3"/>
                </a:solidFill>
              </a:defRPr>
            </a:lvl5pPr>
            <a:lvl6pPr lvl="5">
              <a:spcBef>
                <a:spcPts val="0"/>
              </a:spcBef>
              <a:spcAft>
                <a:spcPts val="0"/>
              </a:spcAft>
              <a:buClr>
                <a:schemeClr val="accent3"/>
              </a:buClr>
              <a:buSzPts val="3000"/>
              <a:buFont typeface="Urbanist"/>
              <a:buNone/>
              <a:defRPr>
                <a:solidFill>
                  <a:schemeClr val="accent3"/>
                </a:solidFill>
              </a:defRPr>
            </a:lvl6pPr>
            <a:lvl7pPr lvl="6">
              <a:spcBef>
                <a:spcPts val="0"/>
              </a:spcBef>
              <a:spcAft>
                <a:spcPts val="0"/>
              </a:spcAft>
              <a:buClr>
                <a:schemeClr val="accent3"/>
              </a:buClr>
              <a:buSzPts val="3000"/>
              <a:buFont typeface="Urbanist"/>
              <a:buNone/>
              <a:defRPr>
                <a:solidFill>
                  <a:schemeClr val="accent3"/>
                </a:solidFill>
              </a:defRPr>
            </a:lvl7pPr>
            <a:lvl8pPr lvl="7">
              <a:spcBef>
                <a:spcPts val="0"/>
              </a:spcBef>
              <a:spcAft>
                <a:spcPts val="0"/>
              </a:spcAft>
              <a:buClr>
                <a:schemeClr val="accent3"/>
              </a:buClr>
              <a:buSzPts val="3000"/>
              <a:buFont typeface="Urbanist"/>
              <a:buNone/>
              <a:defRPr>
                <a:solidFill>
                  <a:schemeClr val="accent3"/>
                </a:solidFill>
              </a:defRPr>
            </a:lvl8pPr>
            <a:lvl9pPr lvl="8">
              <a:spcBef>
                <a:spcPts val="0"/>
              </a:spcBef>
              <a:spcAft>
                <a:spcPts val="0"/>
              </a:spcAft>
              <a:buClr>
                <a:schemeClr val="accent3"/>
              </a:buClr>
              <a:buSzPts val="3000"/>
              <a:buFont typeface="Urbanist"/>
              <a:buNone/>
              <a:defRPr>
                <a:solidFill>
                  <a:schemeClr val="accent3"/>
                </a:solidFill>
              </a:defRPr>
            </a:lvl9pPr>
          </a:lstStyle>
          <a:p/>
        </p:txBody>
      </p:sp>
      <p:sp>
        <p:nvSpPr>
          <p:cNvPr id="233" name="Google Shape;233;p15"/>
          <p:cNvSpPr txBox="1"/>
          <p:nvPr>
            <p:ph idx="8" type="subTitle"/>
          </p:nvPr>
        </p:nvSpPr>
        <p:spPr>
          <a:xfrm>
            <a:off x="2543875" y="2161825"/>
            <a:ext cx="1974600" cy="204600"/>
          </a:xfrm>
          <a:prstGeom prst="rect">
            <a:avLst/>
          </a:prstGeom>
        </p:spPr>
        <p:txBody>
          <a:bodyPr anchorCtr="0" anchor="t" bIns="91425" lIns="0" spcFirstLastPara="1" rIns="91425" wrap="square" tIns="0">
            <a:noAutofit/>
          </a:bodyPr>
          <a:lstStyle>
            <a:lvl1pPr lvl="0">
              <a:lnSpc>
                <a:spcPct val="85000"/>
              </a:lnSpc>
              <a:spcBef>
                <a:spcPts val="0"/>
              </a:spcBef>
              <a:spcAft>
                <a:spcPts val="0"/>
              </a:spcAft>
              <a:buNone/>
              <a:defRPr sz="13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2pPr>
            <a:lvl3pPr lvl="2">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3pPr>
            <a:lvl4pPr lvl="3">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4pPr>
            <a:lvl5pPr lvl="4">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5pPr>
            <a:lvl6pPr lvl="5">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6pPr>
            <a:lvl7pPr lvl="6">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7pPr>
            <a:lvl8pPr lvl="7">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8pPr>
            <a:lvl9pPr lvl="8">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9pPr>
          </a:lstStyle>
          <a:p/>
        </p:txBody>
      </p:sp>
      <p:sp>
        <p:nvSpPr>
          <p:cNvPr id="234" name="Google Shape;234;p15"/>
          <p:cNvSpPr txBox="1"/>
          <p:nvPr>
            <p:ph idx="9" type="body"/>
          </p:nvPr>
        </p:nvSpPr>
        <p:spPr>
          <a:xfrm>
            <a:off x="2543875" y="2465025"/>
            <a:ext cx="1826700" cy="477900"/>
          </a:xfrm>
          <a:prstGeom prst="rect">
            <a:avLst/>
          </a:prstGeom>
        </p:spPr>
        <p:txBody>
          <a:bodyPr anchorCtr="0" anchor="t" bIns="91425" lIns="0" spcFirstLastPara="1" rIns="91425" wrap="square" tIns="0">
            <a:noAutofit/>
          </a:bodyPr>
          <a:lstStyle>
            <a:lvl1pPr indent="-279400" lvl="0" marL="457200">
              <a:spcBef>
                <a:spcPts val="0"/>
              </a:spcBef>
              <a:spcAft>
                <a:spcPts val="0"/>
              </a:spcAft>
              <a:buClr>
                <a:schemeClr val="dk2"/>
              </a:buClr>
              <a:buSzPts val="800"/>
              <a:buFont typeface="Urbanist"/>
              <a:buChar char="●"/>
              <a:defRPr sz="800">
                <a:solidFill>
                  <a:schemeClr val="dk2"/>
                </a:solidFill>
              </a:defRPr>
            </a:lvl1pPr>
            <a:lvl2pPr indent="-279400" lvl="1" marL="914400">
              <a:spcBef>
                <a:spcPts val="0"/>
              </a:spcBef>
              <a:spcAft>
                <a:spcPts val="0"/>
              </a:spcAft>
              <a:buClr>
                <a:schemeClr val="dk2"/>
              </a:buClr>
              <a:buSzPts val="800"/>
              <a:buFont typeface="Urbanist"/>
              <a:buChar char="○"/>
              <a:defRPr sz="800">
                <a:solidFill>
                  <a:schemeClr val="dk2"/>
                </a:solidFill>
              </a:defRPr>
            </a:lvl2pPr>
            <a:lvl3pPr indent="-279400" lvl="2" marL="1371600">
              <a:spcBef>
                <a:spcPts val="0"/>
              </a:spcBef>
              <a:spcAft>
                <a:spcPts val="0"/>
              </a:spcAft>
              <a:buClr>
                <a:schemeClr val="dk2"/>
              </a:buClr>
              <a:buSzPts val="800"/>
              <a:buFont typeface="Urbanist"/>
              <a:buChar char="■"/>
              <a:defRPr sz="800">
                <a:solidFill>
                  <a:schemeClr val="dk2"/>
                </a:solidFill>
              </a:defRPr>
            </a:lvl3pPr>
            <a:lvl4pPr indent="-279400" lvl="3" marL="1828800">
              <a:spcBef>
                <a:spcPts val="0"/>
              </a:spcBef>
              <a:spcAft>
                <a:spcPts val="0"/>
              </a:spcAft>
              <a:buClr>
                <a:schemeClr val="dk2"/>
              </a:buClr>
              <a:buSzPts val="800"/>
              <a:buFont typeface="Urbanist"/>
              <a:buChar char="●"/>
              <a:defRPr sz="800">
                <a:solidFill>
                  <a:schemeClr val="dk2"/>
                </a:solidFill>
              </a:defRPr>
            </a:lvl4pPr>
            <a:lvl5pPr indent="-279400" lvl="4" marL="2286000">
              <a:spcBef>
                <a:spcPts val="0"/>
              </a:spcBef>
              <a:spcAft>
                <a:spcPts val="0"/>
              </a:spcAft>
              <a:buClr>
                <a:schemeClr val="dk2"/>
              </a:buClr>
              <a:buSzPts val="800"/>
              <a:buFont typeface="Urbanist"/>
              <a:buChar char="○"/>
              <a:defRPr sz="800">
                <a:solidFill>
                  <a:schemeClr val="dk2"/>
                </a:solidFill>
              </a:defRPr>
            </a:lvl5pPr>
            <a:lvl6pPr indent="-279400" lvl="5" marL="2743200">
              <a:spcBef>
                <a:spcPts val="0"/>
              </a:spcBef>
              <a:spcAft>
                <a:spcPts val="0"/>
              </a:spcAft>
              <a:buClr>
                <a:schemeClr val="dk2"/>
              </a:buClr>
              <a:buSzPts val="800"/>
              <a:buFont typeface="Urbanist"/>
              <a:buChar char="■"/>
              <a:defRPr sz="800">
                <a:solidFill>
                  <a:schemeClr val="dk2"/>
                </a:solidFill>
              </a:defRPr>
            </a:lvl6pPr>
            <a:lvl7pPr indent="-279400" lvl="6" marL="3200400">
              <a:spcBef>
                <a:spcPts val="0"/>
              </a:spcBef>
              <a:spcAft>
                <a:spcPts val="0"/>
              </a:spcAft>
              <a:buClr>
                <a:schemeClr val="dk2"/>
              </a:buClr>
              <a:buSzPts val="800"/>
              <a:buFont typeface="Urbanist"/>
              <a:buChar char="●"/>
              <a:defRPr sz="800">
                <a:solidFill>
                  <a:schemeClr val="dk2"/>
                </a:solidFill>
              </a:defRPr>
            </a:lvl7pPr>
            <a:lvl8pPr indent="-279400" lvl="7" marL="3657600">
              <a:spcBef>
                <a:spcPts val="0"/>
              </a:spcBef>
              <a:spcAft>
                <a:spcPts val="0"/>
              </a:spcAft>
              <a:buClr>
                <a:schemeClr val="dk2"/>
              </a:buClr>
              <a:buSzPts val="800"/>
              <a:buFont typeface="Urbanist"/>
              <a:buChar char="○"/>
              <a:defRPr sz="800">
                <a:solidFill>
                  <a:schemeClr val="dk2"/>
                </a:solidFill>
              </a:defRPr>
            </a:lvl8pPr>
            <a:lvl9pPr indent="-279400" lvl="8" marL="4114800">
              <a:spcBef>
                <a:spcPts val="0"/>
              </a:spcBef>
              <a:spcAft>
                <a:spcPts val="0"/>
              </a:spcAft>
              <a:buClr>
                <a:schemeClr val="dk2"/>
              </a:buClr>
              <a:buSzPts val="800"/>
              <a:buFont typeface="Urbanist"/>
              <a:buChar char="■"/>
              <a:defRPr sz="800">
                <a:solidFill>
                  <a:schemeClr val="dk2"/>
                </a:solidFill>
              </a:defRPr>
            </a:lvl9pPr>
          </a:lstStyle>
          <a:p/>
        </p:txBody>
      </p:sp>
      <p:sp>
        <p:nvSpPr>
          <p:cNvPr id="235" name="Google Shape;235;p15"/>
          <p:cNvSpPr txBox="1"/>
          <p:nvPr>
            <p:ph idx="13" type="title"/>
          </p:nvPr>
        </p:nvSpPr>
        <p:spPr>
          <a:xfrm>
            <a:off x="4745500" y="1775475"/>
            <a:ext cx="1862100" cy="293100"/>
          </a:xfrm>
          <a:prstGeom prst="rect">
            <a:avLst/>
          </a:prstGeom>
        </p:spPr>
        <p:txBody>
          <a:bodyPr anchorCtr="0" anchor="b" bIns="91425" lIns="0" spcFirstLastPara="1" rIns="91425" wrap="square" tIns="0">
            <a:noAutofit/>
          </a:bodyPr>
          <a:lstStyle>
            <a:lvl1pPr lvl="0">
              <a:lnSpc>
                <a:spcPct val="90000"/>
              </a:lnSpc>
              <a:spcBef>
                <a:spcPts val="0"/>
              </a:spcBef>
              <a:spcAft>
                <a:spcPts val="0"/>
              </a:spcAft>
              <a:buClr>
                <a:schemeClr val="accent3"/>
              </a:buClr>
              <a:buSzPts val="3000"/>
              <a:buFont typeface="Urbanist"/>
              <a:buNone/>
              <a:defRPr sz="1800">
                <a:solidFill>
                  <a:schemeClr val="accent3"/>
                </a:solidFill>
              </a:defRPr>
            </a:lvl1pPr>
            <a:lvl2pPr lvl="1">
              <a:spcBef>
                <a:spcPts val="0"/>
              </a:spcBef>
              <a:spcAft>
                <a:spcPts val="0"/>
              </a:spcAft>
              <a:buClr>
                <a:schemeClr val="accent3"/>
              </a:buClr>
              <a:buSzPts val="3000"/>
              <a:buFont typeface="Urbanist"/>
              <a:buNone/>
              <a:defRPr>
                <a:solidFill>
                  <a:schemeClr val="accent3"/>
                </a:solidFill>
              </a:defRPr>
            </a:lvl2pPr>
            <a:lvl3pPr lvl="2">
              <a:spcBef>
                <a:spcPts val="0"/>
              </a:spcBef>
              <a:spcAft>
                <a:spcPts val="0"/>
              </a:spcAft>
              <a:buClr>
                <a:schemeClr val="accent3"/>
              </a:buClr>
              <a:buSzPts val="3000"/>
              <a:buFont typeface="Urbanist"/>
              <a:buNone/>
              <a:defRPr>
                <a:solidFill>
                  <a:schemeClr val="accent3"/>
                </a:solidFill>
              </a:defRPr>
            </a:lvl3pPr>
            <a:lvl4pPr lvl="3">
              <a:spcBef>
                <a:spcPts val="0"/>
              </a:spcBef>
              <a:spcAft>
                <a:spcPts val="0"/>
              </a:spcAft>
              <a:buClr>
                <a:schemeClr val="accent3"/>
              </a:buClr>
              <a:buSzPts val="3000"/>
              <a:buFont typeface="Urbanist"/>
              <a:buNone/>
              <a:defRPr>
                <a:solidFill>
                  <a:schemeClr val="accent3"/>
                </a:solidFill>
              </a:defRPr>
            </a:lvl4pPr>
            <a:lvl5pPr lvl="4">
              <a:spcBef>
                <a:spcPts val="0"/>
              </a:spcBef>
              <a:spcAft>
                <a:spcPts val="0"/>
              </a:spcAft>
              <a:buClr>
                <a:schemeClr val="accent3"/>
              </a:buClr>
              <a:buSzPts val="3000"/>
              <a:buFont typeface="Urbanist"/>
              <a:buNone/>
              <a:defRPr>
                <a:solidFill>
                  <a:schemeClr val="accent3"/>
                </a:solidFill>
              </a:defRPr>
            </a:lvl5pPr>
            <a:lvl6pPr lvl="5">
              <a:spcBef>
                <a:spcPts val="0"/>
              </a:spcBef>
              <a:spcAft>
                <a:spcPts val="0"/>
              </a:spcAft>
              <a:buClr>
                <a:schemeClr val="accent3"/>
              </a:buClr>
              <a:buSzPts val="3000"/>
              <a:buFont typeface="Urbanist"/>
              <a:buNone/>
              <a:defRPr>
                <a:solidFill>
                  <a:schemeClr val="accent3"/>
                </a:solidFill>
              </a:defRPr>
            </a:lvl6pPr>
            <a:lvl7pPr lvl="6">
              <a:spcBef>
                <a:spcPts val="0"/>
              </a:spcBef>
              <a:spcAft>
                <a:spcPts val="0"/>
              </a:spcAft>
              <a:buClr>
                <a:schemeClr val="accent3"/>
              </a:buClr>
              <a:buSzPts val="3000"/>
              <a:buFont typeface="Urbanist"/>
              <a:buNone/>
              <a:defRPr>
                <a:solidFill>
                  <a:schemeClr val="accent3"/>
                </a:solidFill>
              </a:defRPr>
            </a:lvl7pPr>
            <a:lvl8pPr lvl="7">
              <a:spcBef>
                <a:spcPts val="0"/>
              </a:spcBef>
              <a:spcAft>
                <a:spcPts val="0"/>
              </a:spcAft>
              <a:buClr>
                <a:schemeClr val="accent3"/>
              </a:buClr>
              <a:buSzPts val="3000"/>
              <a:buFont typeface="Urbanist"/>
              <a:buNone/>
              <a:defRPr>
                <a:solidFill>
                  <a:schemeClr val="accent3"/>
                </a:solidFill>
              </a:defRPr>
            </a:lvl8pPr>
            <a:lvl9pPr lvl="8">
              <a:spcBef>
                <a:spcPts val="0"/>
              </a:spcBef>
              <a:spcAft>
                <a:spcPts val="0"/>
              </a:spcAft>
              <a:buClr>
                <a:schemeClr val="accent3"/>
              </a:buClr>
              <a:buSzPts val="3000"/>
              <a:buFont typeface="Urbanist"/>
              <a:buNone/>
              <a:defRPr>
                <a:solidFill>
                  <a:schemeClr val="accent3"/>
                </a:solidFill>
              </a:defRPr>
            </a:lvl9pPr>
          </a:lstStyle>
          <a:p/>
        </p:txBody>
      </p:sp>
      <p:sp>
        <p:nvSpPr>
          <p:cNvPr id="236" name="Google Shape;236;p15"/>
          <p:cNvSpPr txBox="1"/>
          <p:nvPr>
            <p:ph idx="14" type="subTitle"/>
          </p:nvPr>
        </p:nvSpPr>
        <p:spPr>
          <a:xfrm>
            <a:off x="4745500" y="2161825"/>
            <a:ext cx="1974600" cy="204600"/>
          </a:xfrm>
          <a:prstGeom prst="rect">
            <a:avLst/>
          </a:prstGeom>
        </p:spPr>
        <p:txBody>
          <a:bodyPr anchorCtr="0" anchor="t" bIns="91425" lIns="0" spcFirstLastPara="1" rIns="91425" wrap="square" tIns="0">
            <a:noAutofit/>
          </a:bodyPr>
          <a:lstStyle>
            <a:lvl1pPr lvl="0">
              <a:lnSpc>
                <a:spcPct val="85000"/>
              </a:lnSpc>
              <a:spcBef>
                <a:spcPts val="0"/>
              </a:spcBef>
              <a:spcAft>
                <a:spcPts val="0"/>
              </a:spcAft>
              <a:buNone/>
              <a:defRPr sz="13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2pPr>
            <a:lvl3pPr lvl="2">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3pPr>
            <a:lvl4pPr lvl="3">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4pPr>
            <a:lvl5pPr lvl="4">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5pPr>
            <a:lvl6pPr lvl="5">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6pPr>
            <a:lvl7pPr lvl="6">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7pPr>
            <a:lvl8pPr lvl="7">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8pPr>
            <a:lvl9pPr lvl="8">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9pPr>
          </a:lstStyle>
          <a:p/>
        </p:txBody>
      </p:sp>
      <p:sp>
        <p:nvSpPr>
          <p:cNvPr id="237" name="Google Shape;237;p15"/>
          <p:cNvSpPr txBox="1"/>
          <p:nvPr>
            <p:ph idx="15" type="body"/>
          </p:nvPr>
        </p:nvSpPr>
        <p:spPr>
          <a:xfrm>
            <a:off x="4745400" y="2465025"/>
            <a:ext cx="1826700" cy="477900"/>
          </a:xfrm>
          <a:prstGeom prst="rect">
            <a:avLst/>
          </a:prstGeom>
        </p:spPr>
        <p:txBody>
          <a:bodyPr anchorCtr="0" anchor="t" bIns="91425" lIns="0" spcFirstLastPara="1" rIns="91425" wrap="square" tIns="0">
            <a:noAutofit/>
          </a:bodyPr>
          <a:lstStyle>
            <a:lvl1pPr indent="-279400" lvl="0" marL="457200">
              <a:spcBef>
                <a:spcPts val="0"/>
              </a:spcBef>
              <a:spcAft>
                <a:spcPts val="0"/>
              </a:spcAft>
              <a:buClr>
                <a:schemeClr val="dk2"/>
              </a:buClr>
              <a:buSzPts val="800"/>
              <a:buFont typeface="Urbanist"/>
              <a:buChar char="●"/>
              <a:defRPr sz="800">
                <a:solidFill>
                  <a:schemeClr val="dk2"/>
                </a:solidFill>
              </a:defRPr>
            </a:lvl1pPr>
            <a:lvl2pPr indent="-279400" lvl="1" marL="914400">
              <a:spcBef>
                <a:spcPts val="0"/>
              </a:spcBef>
              <a:spcAft>
                <a:spcPts val="0"/>
              </a:spcAft>
              <a:buClr>
                <a:schemeClr val="dk2"/>
              </a:buClr>
              <a:buSzPts val="800"/>
              <a:buFont typeface="Urbanist"/>
              <a:buChar char="○"/>
              <a:defRPr sz="800">
                <a:solidFill>
                  <a:schemeClr val="dk2"/>
                </a:solidFill>
              </a:defRPr>
            </a:lvl2pPr>
            <a:lvl3pPr indent="-279400" lvl="2" marL="1371600">
              <a:spcBef>
                <a:spcPts val="0"/>
              </a:spcBef>
              <a:spcAft>
                <a:spcPts val="0"/>
              </a:spcAft>
              <a:buClr>
                <a:schemeClr val="dk2"/>
              </a:buClr>
              <a:buSzPts val="800"/>
              <a:buFont typeface="Urbanist"/>
              <a:buChar char="■"/>
              <a:defRPr sz="800">
                <a:solidFill>
                  <a:schemeClr val="dk2"/>
                </a:solidFill>
              </a:defRPr>
            </a:lvl3pPr>
            <a:lvl4pPr indent="-279400" lvl="3" marL="1828800">
              <a:spcBef>
                <a:spcPts val="0"/>
              </a:spcBef>
              <a:spcAft>
                <a:spcPts val="0"/>
              </a:spcAft>
              <a:buClr>
                <a:schemeClr val="dk2"/>
              </a:buClr>
              <a:buSzPts val="800"/>
              <a:buFont typeface="Urbanist"/>
              <a:buChar char="●"/>
              <a:defRPr sz="800">
                <a:solidFill>
                  <a:schemeClr val="dk2"/>
                </a:solidFill>
              </a:defRPr>
            </a:lvl4pPr>
            <a:lvl5pPr indent="-279400" lvl="4" marL="2286000">
              <a:spcBef>
                <a:spcPts val="0"/>
              </a:spcBef>
              <a:spcAft>
                <a:spcPts val="0"/>
              </a:spcAft>
              <a:buClr>
                <a:schemeClr val="dk2"/>
              </a:buClr>
              <a:buSzPts val="800"/>
              <a:buFont typeface="Urbanist"/>
              <a:buChar char="○"/>
              <a:defRPr sz="800">
                <a:solidFill>
                  <a:schemeClr val="dk2"/>
                </a:solidFill>
              </a:defRPr>
            </a:lvl5pPr>
            <a:lvl6pPr indent="-279400" lvl="5" marL="2743200">
              <a:spcBef>
                <a:spcPts val="0"/>
              </a:spcBef>
              <a:spcAft>
                <a:spcPts val="0"/>
              </a:spcAft>
              <a:buClr>
                <a:schemeClr val="dk2"/>
              </a:buClr>
              <a:buSzPts val="800"/>
              <a:buFont typeface="Urbanist"/>
              <a:buChar char="■"/>
              <a:defRPr sz="800">
                <a:solidFill>
                  <a:schemeClr val="dk2"/>
                </a:solidFill>
              </a:defRPr>
            </a:lvl6pPr>
            <a:lvl7pPr indent="-279400" lvl="6" marL="3200400">
              <a:spcBef>
                <a:spcPts val="0"/>
              </a:spcBef>
              <a:spcAft>
                <a:spcPts val="0"/>
              </a:spcAft>
              <a:buClr>
                <a:schemeClr val="dk2"/>
              </a:buClr>
              <a:buSzPts val="800"/>
              <a:buFont typeface="Urbanist"/>
              <a:buChar char="●"/>
              <a:defRPr sz="800">
                <a:solidFill>
                  <a:schemeClr val="dk2"/>
                </a:solidFill>
              </a:defRPr>
            </a:lvl7pPr>
            <a:lvl8pPr indent="-279400" lvl="7" marL="3657600">
              <a:spcBef>
                <a:spcPts val="0"/>
              </a:spcBef>
              <a:spcAft>
                <a:spcPts val="0"/>
              </a:spcAft>
              <a:buClr>
                <a:schemeClr val="dk2"/>
              </a:buClr>
              <a:buSzPts val="800"/>
              <a:buFont typeface="Urbanist"/>
              <a:buChar char="○"/>
              <a:defRPr sz="800">
                <a:solidFill>
                  <a:schemeClr val="dk2"/>
                </a:solidFill>
              </a:defRPr>
            </a:lvl8pPr>
            <a:lvl9pPr indent="-279400" lvl="8" marL="4114800">
              <a:spcBef>
                <a:spcPts val="0"/>
              </a:spcBef>
              <a:spcAft>
                <a:spcPts val="0"/>
              </a:spcAft>
              <a:buClr>
                <a:schemeClr val="dk2"/>
              </a:buClr>
              <a:buSzPts val="800"/>
              <a:buFont typeface="Urbanist"/>
              <a:buChar char="■"/>
              <a:defRPr sz="800">
                <a:solidFill>
                  <a:schemeClr val="dk2"/>
                </a:solidFill>
              </a:defRPr>
            </a:lvl9pPr>
          </a:lstStyle>
          <a:p/>
        </p:txBody>
      </p:sp>
      <p:sp>
        <p:nvSpPr>
          <p:cNvPr id="238" name="Google Shape;238;p15"/>
          <p:cNvSpPr txBox="1"/>
          <p:nvPr>
            <p:ph idx="16" type="title"/>
          </p:nvPr>
        </p:nvSpPr>
        <p:spPr>
          <a:xfrm>
            <a:off x="6942300" y="1775475"/>
            <a:ext cx="1862100" cy="293100"/>
          </a:xfrm>
          <a:prstGeom prst="rect">
            <a:avLst/>
          </a:prstGeom>
        </p:spPr>
        <p:txBody>
          <a:bodyPr anchorCtr="0" anchor="b" bIns="91425" lIns="0" spcFirstLastPara="1" rIns="91425" wrap="square" tIns="0">
            <a:noAutofit/>
          </a:bodyPr>
          <a:lstStyle>
            <a:lvl1pPr lvl="0">
              <a:lnSpc>
                <a:spcPct val="90000"/>
              </a:lnSpc>
              <a:spcBef>
                <a:spcPts val="0"/>
              </a:spcBef>
              <a:spcAft>
                <a:spcPts val="0"/>
              </a:spcAft>
              <a:buClr>
                <a:schemeClr val="accent3"/>
              </a:buClr>
              <a:buSzPts val="3000"/>
              <a:buFont typeface="Urbanist"/>
              <a:buNone/>
              <a:defRPr sz="1800">
                <a:solidFill>
                  <a:schemeClr val="accent3"/>
                </a:solidFill>
              </a:defRPr>
            </a:lvl1pPr>
            <a:lvl2pPr lvl="1">
              <a:spcBef>
                <a:spcPts val="0"/>
              </a:spcBef>
              <a:spcAft>
                <a:spcPts val="0"/>
              </a:spcAft>
              <a:buClr>
                <a:schemeClr val="accent3"/>
              </a:buClr>
              <a:buSzPts val="3000"/>
              <a:buFont typeface="Urbanist"/>
              <a:buNone/>
              <a:defRPr>
                <a:solidFill>
                  <a:schemeClr val="accent3"/>
                </a:solidFill>
              </a:defRPr>
            </a:lvl2pPr>
            <a:lvl3pPr lvl="2">
              <a:spcBef>
                <a:spcPts val="0"/>
              </a:spcBef>
              <a:spcAft>
                <a:spcPts val="0"/>
              </a:spcAft>
              <a:buClr>
                <a:schemeClr val="accent3"/>
              </a:buClr>
              <a:buSzPts val="3000"/>
              <a:buFont typeface="Urbanist"/>
              <a:buNone/>
              <a:defRPr>
                <a:solidFill>
                  <a:schemeClr val="accent3"/>
                </a:solidFill>
              </a:defRPr>
            </a:lvl3pPr>
            <a:lvl4pPr lvl="3">
              <a:spcBef>
                <a:spcPts val="0"/>
              </a:spcBef>
              <a:spcAft>
                <a:spcPts val="0"/>
              </a:spcAft>
              <a:buClr>
                <a:schemeClr val="accent3"/>
              </a:buClr>
              <a:buSzPts val="3000"/>
              <a:buFont typeface="Urbanist"/>
              <a:buNone/>
              <a:defRPr>
                <a:solidFill>
                  <a:schemeClr val="accent3"/>
                </a:solidFill>
              </a:defRPr>
            </a:lvl4pPr>
            <a:lvl5pPr lvl="4">
              <a:spcBef>
                <a:spcPts val="0"/>
              </a:spcBef>
              <a:spcAft>
                <a:spcPts val="0"/>
              </a:spcAft>
              <a:buClr>
                <a:schemeClr val="accent3"/>
              </a:buClr>
              <a:buSzPts val="3000"/>
              <a:buFont typeface="Urbanist"/>
              <a:buNone/>
              <a:defRPr>
                <a:solidFill>
                  <a:schemeClr val="accent3"/>
                </a:solidFill>
              </a:defRPr>
            </a:lvl5pPr>
            <a:lvl6pPr lvl="5">
              <a:spcBef>
                <a:spcPts val="0"/>
              </a:spcBef>
              <a:spcAft>
                <a:spcPts val="0"/>
              </a:spcAft>
              <a:buClr>
                <a:schemeClr val="accent3"/>
              </a:buClr>
              <a:buSzPts val="3000"/>
              <a:buFont typeface="Urbanist"/>
              <a:buNone/>
              <a:defRPr>
                <a:solidFill>
                  <a:schemeClr val="accent3"/>
                </a:solidFill>
              </a:defRPr>
            </a:lvl6pPr>
            <a:lvl7pPr lvl="6">
              <a:spcBef>
                <a:spcPts val="0"/>
              </a:spcBef>
              <a:spcAft>
                <a:spcPts val="0"/>
              </a:spcAft>
              <a:buClr>
                <a:schemeClr val="accent3"/>
              </a:buClr>
              <a:buSzPts val="3000"/>
              <a:buFont typeface="Urbanist"/>
              <a:buNone/>
              <a:defRPr>
                <a:solidFill>
                  <a:schemeClr val="accent3"/>
                </a:solidFill>
              </a:defRPr>
            </a:lvl7pPr>
            <a:lvl8pPr lvl="7">
              <a:spcBef>
                <a:spcPts val="0"/>
              </a:spcBef>
              <a:spcAft>
                <a:spcPts val="0"/>
              </a:spcAft>
              <a:buClr>
                <a:schemeClr val="accent3"/>
              </a:buClr>
              <a:buSzPts val="3000"/>
              <a:buFont typeface="Urbanist"/>
              <a:buNone/>
              <a:defRPr>
                <a:solidFill>
                  <a:schemeClr val="accent3"/>
                </a:solidFill>
              </a:defRPr>
            </a:lvl8pPr>
            <a:lvl9pPr lvl="8">
              <a:spcBef>
                <a:spcPts val="0"/>
              </a:spcBef>
              <a:spcAft>
                <a:spcPts val="0"/>
              </a:spcAft>
              <a:buClr>
                <a:schemeClr val="accent3"/>
              </a:buClr>
              <a:buSzPts val="3000"/>
              <a:buFont typeface="Urbanist"/>
              <a:buNone/>
              <a:defRPr>
                <a:solidFill>
                  <a:schemeClr val="accent3"/>
                </a:solidFill>
              </a:defRPr>
            </a:lvl9pPr>
          </a:lstStyle>
          <a:p/>
        </p:txBody>
      </p:sp>
      <p:sp>
        <p:nvSpPr>
          <p:cNvPr id="239" name="Google Shape;239;p15"/>
          <p:cNvSpPr txBox="1"/>
          <p:nvPr>
            <p:ph idx="17" type="subTitle"/>
          </p:nvPr>
        </p:nvSpPr>
        <p:spPr>
          <a:xfrm>
            <a:off x="6942300" y="2161825"/>
            <a:ext cx="1974600" cy="204600"/>
          </a:xfrm>
          <a:prstGeom prst="rect">
            <a:avLst/>
          </a:prstGeom>
        </p:spPr>
        <p:txBody>
          <a:bodyPr anchorCtr="0" anchor="t" bIns="91425" lIns="0" spcFirstLastPara="1" rIns="91425" wrap="square" tIns="0">
            <a:noAutofit/>
          </a:bodyPr>
          <a:lstStyle>
            <a:lvl1pPr lvl="0">
              <a:lnSpc>
                <a:spcPct val="85000"/>
              </a:lnSpc>
              <a:spcBef>
                <a:spcPts val="0"/>
              </a:spcBef>
              <a:spcAft>
                <a:spcPts val="0"/>
              </a:spcAft>
              <a:buNone/>
              <a:defRPr sz="13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2pPr>
            <a:lvl3pPr lvl="2">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3pPr>
            <a:lvl4pPr lvl="3">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4pPr>
            <a:lvl5pPr lvl="4">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5pPr>
            <a:lvl6pPr lvl="5">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6pPr>
            <a:lvl7pPr lvl="6">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7pPr>
            <a:lvl8pPr lvl="7">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8pPr>
            <a:lvl9pPr lvl="8">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9pPr>
          </a:lstStyle>
          <a:p/>
        </p:txBody>
      </p:sp>
      <p:sp>
        <p:nvSpPr>
          <p:cNvPr id="240" name="Google Shape;240;p15"/>
          <p:cNvSpPr txBox="1"/>
          <p:nvPr>
            <p:ph idx="18" type="body"/>
          </p:nvPr>
        </p:nvSpPr>
        <p:spPr>
          <a:xfrm>
            <a:off x="6942300" y="2465025"/>
            <a:ext cx="1791600" cy="477900"/>
          </a:xfrm>
          <a:prstGeom prst="rect">
            <a:avLst/>
          </a:prstGeom>
        </p:spPr>
        <p:txBody>
          <a:bodyPr anchorCtr="0" anchor="t" bIns="91425" lIns="0" spcFirstLastPara="1" rIns="91425" wrap="square" tIns="0">
            <a:noAutofit/>
          </a:bodyPr>
          <a:lstStyle>
            <a:lvl1pPr indent="-279400" lvl="0" marL="457200">
              <a:spcBef>
                <a:spcPts val="0"/>
              </a:spcBef>
              <a:spcAft>
                <a:spcPts val="0"/>
              </a:spcAft>
              <a:buClr>
                <a:schemeClr val="dk2"/>
              </a:buClr>
              <a:buSzPts val="800"/>
              <a:buFont typeface="Urbanist"/>
              <a:buChar char="●"/>
              <a:defRPr sz="800">
                <a:solidFill>
                  <a:schemeClr val="dk2"/>
                </a:solidFill>
              </a:defRPr>
            </a:lvl1pPr>
            <a:lvl2pPr indent="-279400" lvl="1" marL="914400">
              <a:spcBef>
                <a:spcPts val="0"/>
              </a:spcBef>
              <a:spcAft>
                <a:spcPts val="0"/>
              </a:spcAft>
              <a:buClr>
                <a:schemeClr val="dk2"/>
              </a:buClr>
              <a:buSzPts val="800"/>
              <a:buFont typeface="Urbanist"/>
              <a:buChar char="○"/>
              <a:defRPr sz="800">
                <a:solidFill>
                  <a:schemeClr val="dk2"/>
                </a:solidFill>
              </a:defRPr>
            </a:lvl2pPr>
            <a:lvl3pPr indent="-279400" lvl="2" marL="1371600">
              <a:spcBef>
                <a:spcPts val="0"/>
              </a:spcBef>
              <a:spcAft>
                <a:spcPts val="0"/>
              </a:spcAft>
              <a:buClr>
                <a:schemeClr val="dk2"/>
              </a:buClr>
              <a:buSzPts val="800"/>
              <a:buFont typeface="Urbanist"/>
              <a:buChar char="■"/>
              <a:defRPr sz="800">
                <a:solidFill>
                  <a:schemeClr val="dk2"/>
                </a:solidFill>
              </a:defRPr>
            </a:lvl3pPr>
            <a:lvl4pPr indent="-279400" lvl="3" marL="1828800">
              <a:spcBef>
                <a:spcPts val="0"/>
              </a:spcBef>
              <a:spcAft>
                <a:spcPts val="0"/>
              </a:spcAft>
              <a:buClr>
                <a:schemeClr val="dk2"/>
              </a:buClr>
              <a:buSzPts val="800"/>
              <a:buFont typeface="Urbanist"/>
              <a:buChar char="●"/>
              <a:defRPr sz="800">
                <a:solidFill>
                  <a:schemeClr val="dk2"/>
                </a:solidFill>
              </a:defRPr>
            </a:lvl4pPr>
            <a:lvl5pPr indent="-279400" lvl="4" marL="2286000">
              <a:spcBef>
                <a:spcPts val="0"/>
              </a:spcBef>
              <a:spcAft>
                <a:spcPts val="0"/>
              </a:spcAft>
              <a:buClr>
                <a:schemeClr val="dk2"/>
              </a:buClr>
              <a:buSzPts val="800"/>
              <a:buFont typeface="Urbanist"/>
              <a:buChar char="○"/>
              <a:defRPr sz="800">
                <a:solidFill>
                  <a:schemeClr val="dk2"/>
                </a:solidFill>
              </a:defRPr>
            </a:lvl5pPr>
            <a:lvl6pPr indent="-279400" lvl="5" marL="2743200">
              <a:spcBef>
                <a:spcPts val="0"/>
              </a:spcBef>
              <a:spcAft>
                <a:spcPts val="0"/>
              </a:spcAft>
              <a:buClr>
                <a:schemeClr val="dk2"/>
              </a:buClr>
              <a:buSzPts val="800"/>
              <a:buFont typeface="Urbanist"/>
              <a:buChar char="■"/>
              <a:defRPr sz="800">
                <a:solidFill>
                  <a:schemeClr val="dk2"/>
                </a:solidFill>
              </a:defRPr>
            </a:lvl6pPr>
            <a:lvl7pPr indent="-279400" lvl="6" marL="3200400">
              <a:spcBef>
                <a:spcPts val="0"/>
              </a:spcBef>
              <a:spcAft>
                <a:spcPts val="0"/>
              </a:spcAft>
              <a:buClr>
                <a:schemeClr val="dk2"/>
              </a:buClr>
              <a:buSzPts val="800"/>
              <a:buFont typeface="Urbanist"/>
              <a:buChar char="●"/>
              <a:defRPr sz="800">
                <a:solidFill>
                  <a:schemeClr val="dk2"/>
                </a:solidFill>
              </a:defRPr>
            </a:lvl7pPr>
            <a:lvl8pPr indent="-279400" lvl="7" marL="3657600">
              <a:spcBef>
                <a:spcPts val="0"/>
              </a:spcBef>
              <a:spcAft>
                <a:spcPts val="0"/>
              </a:spcAft>
              <a:buClr>
                <a:schemeClr val="dk2"/>
              </a:buClr>
              <a:buSzPts val="800"/>
              <a:buFont typeface="Urbanist"/>
              <a:buChar char="○"/>
              <a:defRPr sz="800">
                <a:solidFill>
                  <a:schemeClr val="dk2"/>
                </a:solidFill>
              </a:defRPr>
            </a:lvl8pPr>
            <a:lvl9pPr indent="-279400" lvl="8" marL="4114800">
              <a:spcBef>
                <a:spcPts val="0"/>
              </a:spcBef>
              <a:spcAft>
                <a:spcPts val="0"/>
              </a:spcAft>
              <a:buClr>
                <a:schemeClr val="dk2"/>
              </a:buClr>
              <a:buSzPts val="800"/>
              <a:buFont typeface="Urbanist"/>
              <a:buChar char="■"/>
              <a:defRPr sz="800">
                <a:solidFill>
                  <a:schemeClr val="dk2"/>
                </a:solidFill>
              </a:defRPr>
            </a:lvl9pPr>
          </a:lstStyle>
          <a:p/>
        </p:txBody>
      </p:sp>
      <p:sp>
        <p:nvSpPr>
          <p:cNvPr id="241" name="Google Shape;241;p15"/>
          <p:cNvSpPr txBox="1"/>
          <p:nvPr>
            <p:ph idx="19" type="title"/>
          </p:nvPr>
        </p:nvSpPr>
        <p:spPr>
          <a:xfrm>
            <a:off x="228600" y="613525"/>
            <a:ext cx="3904500" cy="864900"/>
          </a:xfrm>
          <a:prstGeom prst="rect">
            <a:avLst/>
          </a:prstGeom>
        </p:spPr>
        <p:txBody>
          <a:bodyPr anchorCtr="0" anchor="t" bIns="91425" lIns="0" spcFirstLastPara="1" rIns="91425" wrap="square" tIns="0">
            <a:spAutoFit/>
          </a:bodyPr>
          <a:lstStyle>
            <a:lvl1pPr lvl="0">
              <a:lnSpc>
                <a:spcPct val="85000"/>
              </a:lnSpc>
              <a:spcBef>
                <a:spcPts val="0"/>
              </a:spcBef>
              <a:spcAft>
                <a:spcPts val="0"/>
              </a:spcAft>
              <a:buNone/>
              <a:defRPr sz="3400">
                <a:solidFill>
                  <a:schemeClr val="dk2"/>
                </a:solidFill>
              </a:defRPr>
            </a:lvl1pPr>
            <a:lvl2pPr lvl="1">
              <a:lnSpc>
                <a:spcPct val="85000"/>
              </a:lnSpc>
              <a:spcBef>
                <a:spcPts val="0"/>
              </a:spcBef>
              <a:spcAft>
                <a:spcPts val="0"/>
              </a:spcAft>
              <a:buNone/>
              <a:defRPr sz="3600">
                <a:solidFill>
                  <a:schemeClr val="dk2"/>
                </a:solidFill>
              </a:defRPr>
            </a:lvl2pPr>
            <a:lvl3pPr lvl="2">
              <a:lnSpc>
                <a:spcPct val="85000"/>
              </a:lnSpc>
              <a:spcBef>
                <a:spcPts val="0"/>
              </a:spcBef>
              <a:spcAft>
                <a:spcPts val="0"/>
              </a:spcAft>
              <a:buNone/>
              <a:defRPr sz="3600">
                <a:solidFill>
                  <a:schemeClr val="dk2"/>
                </a:solidFill>
              </a:defRPr>
            </a:lvl3pPr>
            <a:lvl4pPr lvl="3">
              <a:lnSpc>
                <a:spcPct val="85000"/>
              </a:lnSpc>
              <a:spcBef>
                <a:spcPts val="0"/>
              </a:spcBef>
              <a:spcAft>
                <a:spcPts val="0"/>
              </a:spcAft>
              <a:buNone/>
              <a:defRPr sz="3600">
                <a:solidFill>
                  <a:schemeClr val="dk2"/>
                </a:solidFill>
              </a:defRPr>
            </a:lvl4pPr>
            <a:lvl5pPr lvl="4">
              <a:lnSpc>
                <a:spcPct val="85000"/>
              </a:lnSpc>
              <a:spcBef>
                <a:spcPts val="0"/>
              </a:spcBef>
              <a:spcAft>
                <a:spcPts val="0"/>
              </a:spcAft>
              <a:buNone/>
              <a:defRPr sz="3600">
                <a:solidFill>
                  <a:schemeClr val="dk2"/>
                </a:solidFill>
              </a:defRPr>
            </a:lvl5pPr>
            <a:lvl6pPr lvl="5">
              <a:lnSpc>
                <a:spcPct val="85000"/>
              </a:lnSpc>
              <a:spcBef>
                <a:spcPts val="0"/>
              </a:spcBef>
              <a:spcAft>
                <a:spcPts val="0"/>
              </a:spcAft>
              <a:buNone/>
              <a:defRPr sz="3600">
                <a:solidFill>
                  <a:schemeClr val="dk2"/>
                </a:solidFill>
              </a:defRPr>
            </a:lvl6pPr>
            <a:lvl7pPr lvl="6">
              <a:lnSpc>
                <a:spcPct val="85000"/>
              </a:lnSpc>
              <a:spcBef>
                <a:spcPts val="0"/>
              </a:spcBef>
              <a:spcAft>
                <a:spcPts val="0"/>
              </a:spcAft>
              <a:buNone/>
              <a:defRPr sz="3600">
                <a:solidFill>
                  <a:schemeClr val="dk2"/>
                </a:solidFill>
              </a:defRPr>
            </a:lvl7pPr>
            <a:lvl8pPr lvl="7">
              <a:lnSpc>
                <a:spcPct val="85000"/>
              </a:lnSpc>
              <a:spcBef>
                <a:spcPts val="0"/>
              </a:spcBef>
              <a:spcAft>
                <a:spcPts val="0"/>
              </a:spcAft>
              <a:buNone/>
              <a:defRPr sz="3600">
                <a:solidFill>
                  <a:schemeClr val="dk2"/>
                </a:solidFill>
              </a:defRPr>
            </a:lvl8pPr>
            <a:lvl9pPr lvl="8">
              <a:lnSpc>
                <a:spcPct val="85000"/>
              </a:lnSpc>
              <a:spcBef>
                <a:spcPts val="0"/>
              </a:spcBef>
              <a:spcAft>
                <a:spcPts val="0"/>
              </a:spcAft>
              <a:buNone/>
              <a:defRPr sz="3600">
                <a:solidFill>
                  <a:schemeClr val="dk2"/>
                </a:solidFill>
              </a:defRPr>
            </a:lvl9pPr>
          </a:lstStyle>
          <a:p/>
        </p:txBody>
      </p:sp>
      <p:sp>
        <p:nvSpPr>
          <p:cNvPr id="242" name="Google Shape;242;p15"/>
          <p:cNvSpPr/>
          <p:nvPr/>
        </p:nvSpPr>
        <p:spPr>
          <a:xfrm>
            <a:off x="228600" y="4837500"/>
            <a:ext cx="48900" cy="48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243" name="Google Shape;243;p15"/>
          <p:cNvSpPr/>
          <p:nvPr/>
        </p:nvSpPr>
        <p:spPr>
          <a:xfrm>
            <a:off x="4618950" y="4839000"/>
            <a:ext cx="45900" cy="45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Tree>
  </p:cSld>
  <p:clrMapOvr>
    <a:masterClrMapping/>
  </p:clrMapOvr>
  <p:extLst>
    <p:ext uri="{DCECCB84-F9BA-43D5-87BE-67443E8EF086}">
      <p15:sldGuideLst>
        <p15:guide id="1" orient="horz" pos="2805">
          <p15:clr>
            <a:srgbClr val="E46962"/>
          </p15:clr>
        </p15:guide>
      </p15:sldGuideLst>
    </p:ext>
  </p:extLst>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ers">
  <p:cSld name="CUSTOM">
    <p:spTree>
      <p:nvGrpSpPr>
        <p:cNvPr id="244" name="Shape 244"/>
        <p:cNvGrpSpPr/>
        <p:nvPr/>
      </p:nvGrpSpPr>
      <p:grpSpPr>
        <a:xfrm>
          <a:off x="0" y="0"/>
          <a:ext cx="0" cy="0"/>
          <a:chOff x="0" y="0"/>
          <a:chExt cx="0" cy="0"/>
        </a:xfrm>
      </p:grpSpPr>
      <p:sp>
        <p:nvSpPr>
          <p:cNvPr id="245" name="Google Shape;245;p16"/>
          <p:cNvSpPr txBox="1"/>
          <p:nvPr>
            <p:ph idx="1" type="subTitle"/>
          </p:nvPr>
        </p:nvSpPr>
        <p:spPr>
          <a:xfrm>
            <a:off x="228600" y="228600"/>
            <a:ext cx="2920800" cy="2286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200"/>
              <a:buFont typeface="Urbanist Medium"/>
              <a:buNone/>
              <a:defRPr sz="1200">
                <a:latin typeface="Urbanist Medium"/>
                <a:ea typeface="Urbanist Medium"/>
                <a:cs typeface="Urbanist Medium"/>
                <a:sym typeface="Urbanist Medium"/>
              </a:defRPr>
            </a:lvl1pPr>
            <a:lvl2pPr lvl="1">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2pPr>
            <a:lvl3pPr lvl="2">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3pPr>
            <a:lvl4pPr lvl="3">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4pPr>
            <a:lvl5pPr lvl="4">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5pPr>
            <a:lvl6pPr lvl="5">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6pPr>
            <a:lvl7pPr lvl="6">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7pPr>
            <a:lvl8pPr lvl="7">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8pPr>
            <a:lvl9pPr lvl="8">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9pPr>
          </a:lstStyle>
          <a:p/>
        </p:txBody>
      </p:sp>
      <p:cxnSp>
        <p:nvCxnSpPr>
          <p:cNvPr id="246" name="Google Shape;246;p16"/>
          <p:cNvCxnSpPr/>
          <p:nvPr/>
        </p:nvCxnSpPr>
        <p:spPr>
          <a:xfrm>
            <a:off x="228450" y="2061025"/>
            <a:ext cx="8687100" cy="0"/>
          </a:xfrm>
          <a:prstGeom prst="straightConnector1">
            <a:avLst/>
          </a:prstGeom>
          <a:noFill/>
          <a:ln cap="flat" cmpd="sng" w="9525">
            <a:solidFill>
              <a:schemeClr val="lt2"/>
            </a:solidFill>
            <a:prstDash val="solid"/>
            <a:round/>
            <a:headEnd len="med" w="med" type="none"/>
            <a:tailEnd len="med" w="med" type="none"/>
          </a:ln>
        </p:spPr>
      </p:cxnSp>
      <p:sp>
        <p:nvSpPr>
          <p:cNvPr id="247" name="Google Shape;247;p16"/>
          <p:cNvSpPr txBox="1"/>
          <p:nvPr>
            <p:ph idx="2" type="subTitle"/>
          </p:nvPr>
        </p:nvSpPr>
        <p:spPr>
          <a:xfrm>
            <a:off x="320625" y="4675975"/>
            <a:ext cx="27000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248" name="Google Shape;248;p16"/>
          <p:cNvSpPr txBox="1"/>
          <p:nvPr>
            <p:ph idx="3" type="subTitle"/>
          </p:nvPr>
        </p:nvSpPr>
        <p:spPr>
          <a:xfrm>
            <a:off x="4716740" y="4675975"/>
            <a:ext cx="22947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249" name="Google Shape;249;p16"/>
          <p:cNvSpPr txBox="1"/>
          <p:nvPr>
            <p:ph idx="4" type="subTitle"/>
          </p:nvPr>
        </p:nvSpPr>
        <p:spPr>
          <a:xfrm>
            <a:off x="6859200" y="4683725"/>
            <a:ext cx="2056500" cy="228600"/>
          </a:xfrm>
          <a:prstGeom prst="rect">
            <a:avLst/>
          </a:prstGeom>
        </p:spPr>
        <p:txBody>
          <a:bodyPr anchorCtr="0" anchor="b" bIns="0" lIns="0" spcFirstLastPara="1" rIns="0" wrap="square" tIns="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cxnSp>
        <p:nvCxnSpPr>
          <p:cNvPr id="250" name="Google Shape;250;p16"/>
          <p:cNvCxnSpPr/>
          <p:nvPr/>
        </p:nvCxnSpPr>
        <p:spPr>
          <a:xfrm>
            <a:off x="238800" y="4683300"/>
            <a:ext cx="8676900" cy="0"/>
          </a:xfrm>
          <a:prstGeom prst="straightConnector1">
            <a:avLst/>
          </a:prstGeom>
          <a:noFill/>
          <a:ln cap="flat" cmpd="sng" w="9525">
            <a:solidFill>
              <a:schemeClr val="accent1"/>
            </a:solidFill>
            <a:prstDash val="solid"/>
            <a:round/>
            <a:headEnd len="med" w="med" type="none"/>
            <a:tailEnd len="med" w="med" type="none"/>
          </a:ln>
        </p:spPr>
      </p:cxnSp>
      <p:sp>
        <p:nvSpPr>
          <p:cNvPr id="251" name="Google Shape;251;p16"/>
          <p:cNvSpPr txBox="1"/>
          <p:nvPr>
            <p:ph type="title"/>
          </p:nvPr>
        </p:nvSpPr>
        <p:spPr>
          <a:xfrm>
            <a:off x="228600" y="369300"/>
            <a:ext cx="6480300" cy="587700"/>
          </a:xfrm>
          <a:prstGeom prst="rect">
            <a:avLst/>
          </a:prstGeom>
        </p:spPr>
        <p:txBody>
          <a:bodyPr anchorCtr="0" anchor="t" bIns="91425" lIns="0" spcFirstLastPara="1" rIns="91425" wrap="square" tIns="91425">
            <a:spAutoFit/>
          </a:bodyPr>
          <a:lstStyle>
            <a:lvl1pPr lvl="0">
              <a:lnSpc>
                <a:spcPct val="90000"/>
              </a:lnSpc>
              <a:spcBef>
                <a:spcPts val="0"/>
              </a:spcBef>
              <a:spcAft>
                <a:spcPts val="0"/>
              </a:spcAft>
              <a:buNone/>
              <a:defRPr sz="3400"/>
            </a:lvl1pPr>
            <a:lvl2pPr lvl="1">
              <a:lnSpc>
                <a:spcPct val="115000"/>
              </a:lnSpc>
              <a:spcBef>
                <a:spcPts val="0"/>
              </a:spcBef>
              <a:spcAft>
                <a:spcPts val="0"/>
              </a:spcAft>
              <a:buNone/>
              <a:defRPr sz="3400"/>
            </a:lvl2pPr>
            <a:lvl3pPr lvl="2">
              <a:lnSpc>
                <a:spcPct val="115000"/>
              </a:lnSpc>
              <a:spcBef>
                <a:spcPts val="0"/>
              </a:spcBef>
              <a:spcAft>
                <a:spcPts val="0"/>
              </a:spcAft>
              <a:buNone/>
              <a:defRPr sz="3400"/>
            </a:lvl3pPr>
            <a:lvl4pPr lvl="3">
              <a:lnSpc>
                <a:spcPct val="115000"/>
              </a:lnSpc>
              <a:spcBef>
                <a:spcPts val="0"/>
              </a:spcBef>
              <a:spcAft>
                <a:spcPts val="0"/>
              </a:spcAft>
              <a:buNone/>
              <a:defRPr sz="3400"/>
            </a:lvl4pPr>
            <a:lvl5pPr lvl="4">
              <a:lnSpc>
                <a:spcPct val="115000"/>
              </a:lnSpc>
              <a:spcBef>
                <a:spcPts val="0"/>
              </a:spcBef>
              <a:spcAft>
                <a:spcPts val="0"/>
              </a:spcAft>
              <a:buNone/>
              <a:defRPr sz="3400"/>
            </a:lvl5pPr>
            <a:lvl6pPr lvl="5">
              <a:lnSpc>
                <a:spcPct val="115000"/>
              </a:lnSpc>
              <a:spcBef>
                <a:spcPts val="0"/>
              </a:spcBef>
              <a:spcAft>
                <a:spcPts val="0"/>
              </a:spcAft>
              <a:buNone/>
              <a:defRPr sz="3400"/>
            </a:lvl6pPr>
            <a:lvl7pPr lvl="6">
              <a:lnSpc>
                <a:spcPct val="115000"/>
              </a:lnSpc>
              <a:spcBef>
                <a:spcPts val="0"/>
              </a:spcBef>
              <a:spcAft>
                <a:spcPts val="0"/>
              </a:spcAft>
              <a:buNone/>
              <a:defRPr sz="3400"/>
            </a:lvl7pPr>
            <a:lvl8pPr lvl="7">
              <a:lnSpc>
                <a:spcPct val="115000"/>
              </a:lnSpc>
              <a:spcBef>
                <a:spcPts val="0"/>
              </a:spcBef>
              <a:spcAft>
                <a:spcPts val="0"/>
              </a:spcAft>
              <a:buNone/>
              <a:defRPr sz="3400"/>
            </a:lvl8pPr>
            <a:lvl9pPr lvl="8">
              <a:lnSpc>
                <a:spcPct val="115000"/>
              </a:lnSpc>
              <a:spcBef>
                <a:spcPts val="0"/>
              </a:spcBef>
              <a:spcAft>
                <a:spcPts val="0"/>
              </a:spcAft>
              <a:buNone/>
              <a:defRPr sz="3400"/>
            </a:lvl9pPr>
          </a:lstStyle>
          <a:p/>
        </p:txBody>
      </p:sp>
      <p:sp>
        <p:nvSpPr>
          <p:cNvPr id="252" name="Google Shape;252;p16"/>
          <p:cNvSpPr/>
          <p:nvPr>
            <p:ph idx="5" type="pic"/>
          </p:nvPr>
        </p:nvSpPr>
        <p:spPr>
          <a:xfrm>
            <a:off x="3795900" y="2682425"/>
            <a:ext cx="1458300" cy="1458300"/>
          </a:xfrm>
          <a:prstGeom prst="ellipse">
            <a:avLst/>
          </a:prstGeom>
          <a:noFill/>
          <a:ln cap="flat" cmpd="sng" w="9525">
            <a:solidFill>
              <a:schemeClr val="accent3"/>
            </a:solidFill>
            <a:prstDash val="solid"/>
            <a:round/>
            <a:headEnd len="sm" w="sm" type="none"/>
            <a:tailEnd len="sm" w="sm" type="none"/>
          </a:ln>
        </p:spPr>
      </p:sp>
      <p:sp>
        <p:nvSpPr>
          <p:cNvPr id="253" name="Google Shape;253;p16"/>
          <p:cNvSpPr txBox="1"/>
          <p:nvPr>
            <p:ph idx="6" type="body"/>
          </p:nvPr>
        </p:nvSpPr>
        <p:spPr>
          <a:xfrm>
            <a:off x="5871500" y="2468775"/>
            <a:ext cx="2864700" cy="676500"/>
          </a:xfrm>
          <a:prstGeom prst="rect">
            <a:avLst/>
          </a:prstGeom>
        </p:spPr>
        <p:txBody>
          <a:bodyPr anchorCtr="0" anchor="t" bIns="91425" lIns="0" spcFirstLastPara="1" rIns="91425" wrap="square" tIns="0">
            <a:noAutofit/>
          </a:bodyPr>
          <a:lstStyle>
            <a:lvl1pPr indent="-292100" lvl="0" marL="457200">
              <a:spcBef>
                <a:spcPts val="0"/>
              </a:spcBef>
              <a:spcAft>
                <a:spcPts val="0"/>
              </a:spcAft>
              <a:buClr>
                <a:schemeClr val="dk2"/>
              </a:buClr>
              <a:buSzPts val="1000"/>
              <a:buFont typeface="Urbanist"/>
              <a:buChar char="●"/>
              <a:defRPr sz="1000">
                <a:solidFill>
                  <a:schemeClr val="dk2"/>
                </a:solidFill>
              </a:defRPr>
            </a:lvl1pPr>
            <a:lvl2pPr indent="-292100" lvl="1" marL="914400">
              <a:spcBef>
                <a:spcPts val="0"/>
              </a:spcBef>
              <a:spcAft>
                <a:spcPts val="0"/>
              </a:spcAft>
              <a:buClr>
                <a:schemeClr val="dk2"/>
              </a:buClr>
              <a:buSzPts val="1000"/>
              <a:buFont typeface="Urbanist"/>
              <a:buChar char="○"/>
              <a:defRPr sz="1000">
                <a:solidFill>
                  <a:schemeClr val="dk2"/>
                </a:solidFill>
              </a:defRPr>
            </a:lvl2pPr>
            <a:lvl3pPr indent="-292100" lvl="2" marL="1371600">
              <a:spcBef>
                <a:spcPts val="0"/>
              </a:spcBef>
              <a:spcAft>
                <a:spcPts val="0"/>
              </a:spcAft>
              <a:buClr>
                <a:schemeClr val="dk2"/>
              </a:buClr>
              <a:buSzPts val="1000"/>
              <a:buFont typeface="Urbanist"/>
              <a:buChar char="■"/>
              <a:defRPr sz="1000">
                <a:solidFill>
                  <a:schemeClr val="dk2"/>
                </a:solidFill>
              </a:defRPr>
            </a:lvl3pPr>
            <a:lvl4pPr indent="-292100" lvl="3" marL="1828800">
              <a:spcBef>
                <a:spcPts val="0"/>
              </a:spcBef>
              <a:spcAft>
                <a:spcPts val="0"/>
              </a:spcAft>
              <a:buClr>
                <a:schemeClr val="dk2"/>
              </a:buClr>
              <a:buSzPts val="1000"/>
              <a:buFont typeface="Urbanist"/>
              <a:buChar char="●"/>
              <a:defRPr sz="1000">
                <a:solidFill>
                  <a:schemeClr val="dk2"/>
                </a:solidFill>
              </a:defRPr>
            </a:lvl4pPr>
            <a:lvl5pPr indent="-292100" lvl="4" marL="2286000">
              <a:spcBef>
                <a:spcPts val="0"/>
              </a:spcBef>
              <a:spcAft>
                <a:spcPts val="0"/>
              </a:spcAft>
              <a:buClr>
                <a:schemeClr val="dk2"/>
              </a:buClr>
              <a:buSzPts val="1000"/>
              <a:buFont typeface="Urbanist"/>
              <a:buChar char="○"/>
              <a:defRPr sz="1000">
                <a:solidFill>
                  <a:schemeClr val="dk2"/>
                </a:solidFill>
              </a:defRPr>
            </a:lvl5pPr>
            <a:lvl6pPr indent="-292100" lvl="5" marL="2743200">
              <a:spcBef>
                <a:spcPts val="0"/>
              </a:spcBef>
              <a:spcAft>
                <a:spcPts val="0"/>
              </a:spcAft>
              <a:buClr>
                <a:schemeClr val="dk2"/>
              </a:buClr>
              <a:buSzPts val="1000"/>
              <a:buFont typeface="Urbanist"/>
              <a:buChar char="■"/>
              <a:defRPr sz="1000">
                <a:solidFill>
                  <a:schemeClr val="dk2"/>
                </a:solidFill>
              </a:defRPr>
            </a:lvl6pPr>
            <a:lvl7pPr indent="-292100" lvl="6" marL="3200400">
              <a:spcBef>
                <a:spcPts val="0"/>
              </a:spcBef>
              <a:spcAft>
                <a:spcPts val="0"/>
              </a:spcAft>
              <a:buClr>
                <a:schemeClr val="dk2"/>
              </a:buClr>
              <a:buSzPts val="1000"/>
              <a:buFont typeface="Urbanist"/>
              <a:buChar char="●"/>
              <a:defRPr sz="1000">
                <a:solidFill>
                  <a:schemeClr val="dk2"/>
                </a:solidFill>
              </a:defRPr>
            </a:lvl7pPr>
            <a:lvl8pPr indent="-292100" lvl="7" marL="3657600">
              <a:spcBef>
                <a:spcPts val="0"/>
              </a:spcBef>
              <a:spcAft>
                <a:spcPts val="0"/>
              </a:spcAft>
              <a:buClr>
                <a:schemeClr val="dk2"/>
              </a:buClr>
              <a:buSzPts val="1000"/>
              <a:buFont typeface="Urbanist"/>
              <a:buChar char="○"/>
              <a:defRPr sz="1000">
                <a:solidFill>
                  <a:schemeClr val="dk2"/>
                </a:solidFill>
              </a:defRPr>
            </a:lvl8pPr>
            <a:lvl9pPr indent="-292100" lvl="8" marL="4114800">
              <a:spcBef>
                <a:spcPts val="0"/>
              </a:spcBef>
              <a:spcAft>
                <a:spcPts val="0"/>
              </a:spcAft>
              <a:buClr>
                <a:schemeClr val="dk2"/>
              </a:buClr>
              <a:buSzPts val="1000"/>
              <a:buFont typeface="Urbanist"/>
              <a:buChar char="■"/>
              <a:defRPr sz="1000">
                <a:solidFill>
                  <a:schemeClr val="dk2"/>
                </a:solidFill>
              </a:defRPr>
            </a:lvl9pPr>
          </a:lstStyle>
          <a:p/>
        </p:txBody>
      </p:sp>
      <p:sp>
        <p:nvSpPr>
          <p:cNvPr id="254" name="Google Shape;254;p16"/>
          <p:cNvSpPr txBox="1"/>
          <p:nvPr>
            <p:ph idx="7" type="body"/>
          </p:nvPr>
        </p:nvSpPr>
        <p:spPr>
          <a:xfrm>
            <a:off x="5871500" y="3553025"/>
            <a:ext cx="2864700" cy="696000"/>
          </a:xfrm>
          <a:prstGeom prst="rect">
            <a:avLst/>
          </a:prstGeom>
        </p:spPr>
        <p:txBody>
          <a:bodyPr anchorCtr="0" anchor="t" bIns="91425" lIns="0" spcFirstLastPara="1" rIns="91425" wrap="square" tIns="0">
            <a:spAutoFit/>
          </a:bodyPr>
          <a:lstStyle>
            <a:lvl1pPr indent="-304800" lvl="0" marL="457200">
              <a:lnSpc>
                <a:spcPct val="100000"/>
              </a:lnSpc>
              <a:spcBef>
                <a:spcPts val="0"/>
              </a:spcBef>
              <a:spcAft>
                <a:spcPts val="0"/>
              </a:spcAft>
              <a:buClr>
                <a:schemeClr val="accent3"/>
              </a:buClr>
              <a:buSzPts val="1200"/>
              <a:buFont typeface="Urbanist Medium"/>
              <a:buChar char="●"/>
              <a:defRPr>
                <a:solidFill>
                  <a:schemeClr val="accent3"/>
                </a:solidFill>
                <a:latin typeface="Urbanist Medium"/>
                <a:ea typeface="Urbanist Medium"/>
                <a:cs typeface="Urbanist Medium"/>
                <a:sym typeface="Urbanist Medium"/>
              </a:defRPr>
            </a:lvl1pPr>
            <a:lvl2pPr indent="-304800" lvl="1" marL="914400">
              <a:lnSpc>
                <a:spcPct val="100000"/>
              </a:lnSpc>
              <a:spcBef>
                <a:spcPts val="800"/>
              </a:spcBef>
              <a:spcAft>
                <a:spcPts val="0"/>
              </a:spcAft>
              <a:buClr>
                <a:schemeClr val="accent3"/>
              </a:buClr>
              <a:buSzPts val="1200"/>
              <a:buFont typeface="Urbanist Medium"/>
              <a:buChar char="○"/>
              <a:defRPr>
                <a:solidFill>
                  <a:schemeClr val="accent3"/>
                </a:solidFill>
                <a:latin typeface="Urbanist Medium"/>
                <a:ea typeface="Urbanist Medium"/>
                <a:cs typeface="Urbanist Medium"/>
                <a:sym typeface="Urbanist Medium"/>
              </a:defRPr>
            </a:lvl2pPr>
            <a:lvl3pPr indent="-304800" lvl="2" marL="1371600">
              <a:lnSpc>
                <a:spcPct val="100000"/>
              </a:lnSpc>
              <a:spcBef>
                <a:spcPts val="800"/>
              </a:spcBef>
              <a:spcAft>
                <a:spcPts val="0"/>
              </a:spcAft>
              <a:buClr>
                <a:schemeClr val="accent3"/>
              </a:buClr>
              <a:buSzPts val="1200"/>
              <a:buFont typeface="Urbanist Medium"/>
              <a:buChar char="■"/>
              <a:defRPr>
                <a:solidFill>
                  <a:schemeClr val="accent3"/>
                </a:solidFill>
                <a:latin typeface="Urbanist Medium"/>
                <a:ea typeface="Urbanist Medium"/>
                <a:cs typeface="Urbanist Medium"/>
                <a:sym typeface="Urbanist Medium"/>
              </a:defRPr>
            </a:lvl3pPr>
            <a:lvl4pPr indent="-304800" lvl="3" marL="1828800">
              <a:lnSpc>
                <a:spcPct val="100000"/>
              </a:lnSpc>
              <a:spcBef>
                <a:spcPts val="800"/>
              </a:spcBef>
              <a:spcAft>
                <a:spcPts val="0"/>
              </a:spcAft>
              <a:buClr>
                <a:schemeClr val="accent3"/>
              </a:buClr>
              <a:buSzPts val="1200"/>
              <a:buFont typeface="Urbanist Medium"/>
              <a:buChar char="●"/>
              <a:defRPr>
                <a:solidFill>
                  <a:schemeClr val="accent3"/>
                </a:solidFill>
                <a:latin typeface="Urbanist Medium"/>
                <a:ea typeface="Urbanist Medium"/>
                <a:cs typeface="Urbanist Medium"/>
                <a:sym typeface="Urbanist Medium"/>
              </a:defRPr>
            </a:lvl4pPr>
            <a:lvl5pPr indent="-304800" lvl="4" marL="2286000">
              <a:lnSpc>
                <a:spcPct val="100000"/>
              </a:lnSpc>
              <a:spcBef>
                <a:spcPts val="800"/>
              </a:spcBef>
              <a:spcAft>
                <a:spcPts val="0"/>
              </a:spcAft>
              <a:buClr>
                <a:schemeClr val="accent3"/>
              </a:buClr>
              <a:buSzPts val="1200"/>
              <a:buFont typeface="Urbanist Medium"/>
              <a:buChar char="○"/>
              <a:defRPr>
                <a:solidFill>
                  <a:schemeClr val="accent3"/>
                </a:solidFill>
                <a:latin typeface="Urbanist Medium"/>
                <a:ea typeface="Urbanist Medium"/>
                <a:cs typeface="Urbanist Medium"/>
                <a:sym typeface="Urbanist Medium"/>
              </a:defRPr>
            </a:lvl5pPr>
            <a:lvl6pPr indent="-304800" lvl="5" marL="2743200">
              <a:lnSpc>
                <a:spcPct val="100000"/>
              </a:lnSpc>
              <a:spcBef>
                <a:spcPts val="800"/>
              </a:spcBef>
              <a:spcAft>
                <a:spcPts val="0"/>
              </a:spcAft>
              <a:buClr>
                <a:schemeClr val="accent3"/>
              </a:buClr>
              <a:buSzPts val="1200"/>
              <a:buFont typeface="Urbanist Medium"/>
              <a:buChar char="■"/>
              <a:defRPr>
                <a:solidFill>
                  <a:schemeClr val="accent3"/>
                </a:solidFill>
                <a:latin typeface="Urbanist Medium"/>
                <a:ea typeface="Urbanist Medium"/>
                <a:cs typeface="Urbanist Medium"/>
                <a:sym typeface="Urbanist Medium"/>
              </a:defRPr>
            </a:lvl6pPr>
            <a:lvl7pPr indent="-304800" lvl="6" marL="3200400">
              <a:lnSpc>
                <a:spcPct val="100000"/>
              </a:lnSpc>
              <a:spcBef>
                <a:spcPts val="800"/>
              </a:spcBef>
              <a:spcAft>
                <a:spcPts val="0"/>
              </a:spcAft>
              <a:buClr>
                <a:schemeClr val="accent3"/>
              </a:buClr>
              <a:buSzPts val="1200"/>
              <a:buFont typeface="Urbanist Medium"/>
              <a:buChar char="●"/>
              <a:defRPr>
                <a:solidFill>
                  <a:schemeClr val="accent3"/>
                </a:solidFill>
                <a:latin typeface="Urbanist Medium"/>
                <a:ea typeface="Urbanist Medium"/>
                <a:cs typeface="Urbanist Medium"/>
                <a:sym typeface="Urbanist Medium"/>
              </a:defRPr>
            </a:lvl7pPr>
            <a:lvl8pPr indent="-304800" lvl="7" marL="3657600">
              <a:lnSpc>
                <a:spcPct val="100000"/>
              </a:lnSpc>
              <a:spcBef>
                <a:spcPts val="800"/>
              </a:spcBef>
              <a:spcAft>
                <a:spcPts val="0"/>
              </a:spcAft>
              <a:buClr>
                <a:schemeClr val="accent3"/>
              </a:buClr>
              <a:buSzPts val="1200"/>
              <a:buFont typeface="Urbanist Medium"/>
              <a:buChar char="○"/>
              <a:defRPr>
                <a:solidFill>
                  <a:schemeClr val="accent3"/>
                </a:solidFill>
                <a:latin typeface="Urbanist Medium"/>
                <a:ea typeface="Urbanist Medium"/>
                <a:cs typeface="Urbanist Medium"/>
                <a:sym typeface="Urbanist Medium"/>
              </a:defRPr>
            </a:lvl8pPr>
            <a:lvl9pPr indent="-304800" lvl="8" marL="4114800">
              <a:lnSpc>
                <a:spcPct val="100000"/>
              </a:lnSpc>
              <a:spcBef>
                <a:spcPts val="800"/>
              </a:spcBef>
              <a:spcAft>
                <a:spcPts val="800"/>
              </a:spcAft>
              <a:buClr>
                <a:schemeClr val="accent3"/>
              </a:buClr>
              <a:buSzPts val="1200"/>
              <a:buFont typeface="Urbanist Medium"/>
              <a:buChar char="■"/>
              <a:defRPr>
                <a:solidFill>
                  <a:schemeClr val="accent3"/>
                </a:solidFill>
                <a:latin typeface="Urbanist Medium"/>
                <a:ea typeface="Urbanist Medium"/>
                <a:cs typeface="Urbanist Medium"/>
                <a:sym typeface="Urbanist Medium"/>
              </a:defRPr>
            </a:lvl9pPr>
          </a:lstStyle>
          <a:p/>
        </p:txBody>
      </p:sp>
      <p:sp>
        <p:nvSpPr>
          <p:cNvPr id="255" name="Google Shape;255;p16"/>
          <p:cNvSpPr txBox="1"/>
          <p:nvPr>
            <p:ph idx="8" type="subTitle"/>
          </p:nvPr>
        </p:nvSpPr>
        <p:spPr>
          <a:xfrm>
            <a:off x="238800" y="2720113"/>
            <a:ext cx="2824500" cy="1458300"/>
          </a:xfrm>
          <a:prstGeom prst="rect">
            <a:avLst/>
          </a:prstGeom>
        </p:spPr>
        <p:txBody>
          <a:bodyPr anchorCtr="0" anchor="t" bIns="91425" lIns="0" spcFirstLastPara="1" rIns="91425" wrap="square" tIns="0">
            <a:noAutofit/>
          </a:bodyPr>
          <a:lstStyle>
            <a:lvl1pPr lvl="0">
              <a:spcBef>
                <a:spcPts val="0"/>
              </a:spcBef>
              <a:spcAft>
                <a:spcPts val="0"/>
              </a:spcAft>
              <a:buClr>
                <a:schemeClr val="accent3"/>
              </a:buClr>
              <a:buSzPts val="1800"/>
              <a:buFont typeface="Urbanist Medium"/>
              <a:buNone/>
              <a:defRPr sz="1800">
                <a:solidFill>
                  <a:schemeClr val="accent3"/>
                </a:solidFill>
                <a:latin typeface="Urbanist Medium"/>
                <a:ea typeface="Urbanist Medium"/>
                <a:cs typeface="Urbanist Medium"/>
                <a:sym typeface="Urbanist Medium"/>
              </a:defRPr>
            </a:lvl1pPr>
            <a:lvl2pPr lvl="1">
              <a:spcBef>
                <a:spcPts val="0"/>
              </a:spcBef>
              <a:spcAft>
                <a:spcPts val="0"/>
              </a:spcAft>
              <a:buClr>
                <a:schemeClr val="accent3"/>
              </a:buClr>
              <a:buSzPts val="1800"/>
              <a:buFont typeface="Urbanist Medium"/>
              <a:buNone/>
              <a:defRPr sz="1800">
                <a:solidFill>
                  <a:schemeClr val="accent3"/>
                </a:solidFill>
                <a:latin typeface="Urbanist Medium"/>
                <a:ea typeface="Urbanist Medium"/>
                <a:cs typeface="Urbanist Medium"/>
                <a:sym typeface="Urbanist Medium"/>
              </a:defRPr>
            </a:lvl2pPr>
            <a:lvl3pPr lvl="2">
              <a:spcBef>
                <a:spcPts val="0"/>
              </a:spcBef>
              <a:spcAft>
                <a:spcPts val="0"/>
              </a:spcAft>
              <a:buClr>
                <a:schemeClr val="accent3"/>
              </a:buClr>
              <a:buSzPts val="1800"/>
              <a:buFont typeface="Urbanist Medium"/>
              <a:buNone/>
              <a:defRPr sz="1800">
                <a:solidFill>
                  <a:schemeClr val="accent3"/>
                </a:solidFill>
                <a:latin typeface="Urbanist Medium"/>
                <a:ea typeface="Urbanist Medium"/>
                <a:cs typeface="Urbanist Medium"/>
                <a:sym typeface="Urbanist Medium"/>
              </a:defRPr>
            </a:lvl3pPr>
            <a:lvl4pPr lvl="3">
              <a:spcBef>
                <a:spcPts val="0"/>
              </a:spcBef>
              <a:spcAft>
                <a:spcPts val="0"/>
              </a:spcAft>
              <a:buClr>
                <a:schemeClr val="accent3"/>
              </a:buClr>
              <a:buSzPts val="1800"/>
              <a:buFont typeface="Urbanist Medium"/>
              <a:buNone/>
              <a:defRPr sz="1800">
                <a:solidFill>
                  <a:schemeClr val="accent3"/>
                </a:solidFill>
                <a:latin typeface="Urbanist Medium"/>
                <a:ea typeface="Urbanist Medium"/>
                <a:cs typeface="Urbanist Medium"/>
                <a:sym typeface="Urbanist Medium"/>
              </a:defRPr>
            </a:lvl4pPr>
            <a:lvl5pPr lvl="4">
              <a:spcBef>
                <a:spcPts val="0"/>
              </a:spcBef>
              <a:spcAft>
                <a:spcPts val="0"/>
              </a:spcAft>
              <a:buClr>
                <a:schemeClr val="accent3"/>
              </a:buClr>
              <a:buSzPts val="1800"/>
              <a:buFont typeface="Urbanist Medium"/>
              <a:buNone/>
              <a:defRPr sz="1800">
                <a:solidFill>
                  <a:schemeClr val="accent3"/>
                </a:solidFill>
                <a:latin typeface="Urbanist Medium"/>
                <a:ea typeface="Urbanist Medium"/>
                <a:cs typeface="Urbanist Medium"/>
                <a:sym typeface="Urbanist Medium"/>
              </a:defRPr>
            </a:lvl5pPr>
            <a:lvl6pPr lvl="5">
              <a:spcBef>
                <a:spcPts val="0"/>
              </a:spcBef>
              <a:spcAft>
                <a:spcPts val="0"/>
              </a:spcAft>
              <a:buClr>
                <a:schemeClr val="accent3"/>
              </a:buClr>
              <a:buSzPts val="1800"/>
              <a:buFont typeface="Urbanist Medium"/>
              <a:buNone/>
              <a:defRPr sz="1800">
                <a:solidFill>
                  <a:schemeClr val="accent3"/>
                </a:solidFill>
                <a:latin typeface="Urbanist Medium"/>
                <a:ea typeface="Urbanist Medium"/>
                <a:cs typeface="Urbanist Medium"/>
                <a:sym typeface="Urbanist Medium"/>
              </a:defRPr>
            </a:lvl6pPr>
            <a:lvl7pPr lvl="6">
              <a:spcBef>
                <a:spcPts val="0"/>
              </a:spcBef>
              <a:spcAft>
                <a:spcPts val="0"/>
              </a:spcAft>
              <a:buClr>
                <a:schemeClr val="accent3"/>
              </a:buClr>
              <a:buSzPts val="1800"/>
              <a:buFont typeface="Urbanist Medium"/>
              <a:buNone/>
              <a:defRPr sz="1800">
                <a:solidFill>
                  <a:schemeClr val="accent3"/>
                </a:solidFill>
                <a:latin typeface="Urbanist Medium"/>
                <a:ea typeface="Urbanist Medium"/>
                <a:cs typeface="Urbanist Medium"/>
                <a:sym typeface="Urbanist Medium"/>
              </a:defRPr>
            </a:lvl7pPr>
            <a:lvl8pPr lvl="7">
              <a:spcBef>
                <a:spcPts val="0"/>
              </a:spcBef>
              <a:spcAft>
                <a:spcPts val="0"/>
              </a:spcAft>
              <a:buClr>
                <a:schemeClr val="accent3"/>
              </a:buClr>
              <a:buSzPts val="1800"/>
              <a:buFont typeface="Urbanist Medium"/>
              <a:buNone/>
              <a:defRPr sz="1800">
                <a:solidFill>
                  <a:schemeClr val="accent3"/>
                </a:solidFill>
                <a:latin typeface="Urbanist Medium"/>
                <a:ea typeface="Urbanist Medium"/>
                <a:cs typeface="Urbanist Medium"/>
                <a:sym typeface="Urbanist Medium"/>
              </a:defRPr>
            </a:lvl8pPr>
            <a:lvl9pPr lvl="8">
              <a:spcBef>
                <a:spcPts val="0"/>
              </a:spcBef>
              <a:spcAft>
                <a:spcPts val="0"/>
              </a:spcAft>
              <a:buClr>
                <a:schemeClr val="accent3"/>
              </a:buClr>
              <a:buSzPts val="1800"/>
              <a:buFont typeface="Urbanist Medium"/>
              <a:buNone/>
              <a:defRPr sz="1800">
                <a:solidFill>
                  <a:schemeClr val="accent3"/>
                </a:solidFill>
                <a:latin typeface="Urbanist Medium"/>
                <a:ea typeface="Urbanist Medium"/>
                <a:cs typeface="Urbanist Medium"/>
                <a:sym typeface="Urbanist Medium"/>
              </a:defRPr>
            </a:lvl9pPr>
          </a:lstStyle>
          <a:p/>
        </p:txBody>
      </p:sp>
      <p:sp>
        <p:nvSpPr>
          <p:cNvPr id="256" name="Google Shape;256;p16"/>
          <p:cNvSpPr/>
          <p:nvPr/>
        </p:nvSpPr>
        <p:spPr>
          <a:xfrm>
            <a:off x="228600" y="4837500"/>
            <a:ext cx="48900" cy="48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257" name="Google Shape;257;p16"/>
          <p:cNvSpPr/>
          <p:nvPr/>
        </p:nvSpPr>
        <p:spPr>
          <a:xfrm>
            <a:off x="4618950" y="4839000"/>
            <a:ext cx="45900" cy="45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raphics">
  <p:cSld name="CUSTOM_2">
    <p:spTree>
      <p:nvGrpSpPr>
        <p:cNvPr id="258" name="Shape 258"/>
        <p:cNvGrpSpPr/>
        <p:nvPr/>
      </p:nvGrpSpPr>
      <p:grpSpPr>
        <a:xfrm>
          <a:off x="0" y="0"/>
          <a:ext cx="0" cy="0"/>
          <a:chOff x="0" y="0"/>
          <a:chExt cx="0" cy="0"/>
        </a:xfrm>
      </p:grpSpPr>
      <p:sp>
        <p:nvSpPr>
          <p:cNvPr id="259" name="Google Shape;259;p17"/>
          <p:cNvSpPr txBox="1"/>
          <p:nvPr>
            <p:ph idx="1" type="subTitle"/>
          </p:nvPr>
        </p:nvSpPr>
        <p:spPr>
          <a:xfrm>
            <a:off x="320625" y="4675975"/>
            <a:ext cx="27000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260" name="Google Shape;260;p17"/>
          <p:cNvSpPr txBox="1"/>
          <p:nvPr>
            <p:ph idx="2" type="subTitle"/>
          </p:nvPr>
        </p:nvSpPr>
        <p:spPr>
          <a:xfrm>
            <a:off x="4716740" y="4675975"/>
            <a:ext cx="22947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261" name="Google Shape;261;p17"/>
          <p:cNvSpPr txBox="1"/>
          <p:nvPr>
            <p:ph idx="3" type="subTitle"/>
          </p:nvPr>
        </p:nvSpPr>
        <p:spPr>
          <a:xfrm>
            <a:off x="6859200" y="4683725"/>
            <a:ext cx="2056500" cy="228600"/>
          </a:xfrm>
          <a:prstGeom prst="rect">
            <a:avLst/>
          </a:prstGeom>
        </p:spPr>
        <p:txBody>
          <a:bodyPr anchorCtr="0" anchor="b" bIns="0" lIns="0" spcFirstLastPara="1" rIns="0" wrap="square" tIns="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cxnSp>
        <p:nvCxnSpPr>
          <p:cNvPr id="262" name="Google Shape;262;p17"/>
          <p:cNvCxnSpPr/>
          <p:nvPr/>
        </p:nvCxnSpPr>
        <p:spPr>
          <a:xfrm>
            <a:off x="238800" y="4683300"/>
            <a:ext cx="8676900" cy="0"/>
          </a:xfrm>
          <a:prstGeom prst="straightConnector1">
            <a:avLst/>
          </a:prstGeom>
          <a:noFill/>
          <a:ln cap="flat" cmpd="sng" w="9525">
            <a:solidFill>
              <a:schemeClr val="accent1"/>
            </a:solidFill>
            <a:prstDash val="solid"/>
            <a:round/>
            <a:headEnd len="med" w="med" type="none"/>
            <a:tailEnd len="med" w="med" type="none"/>
          </a:ln>
        </p:spPr>
      </p:cxnSp>
      <p:sp>
        <p:nvSpPr>
          <p:cNvPr id="263" name="Google Shape;263;p17"/>
          <p:cNvSpPr/>
          <p:nvPr/>
        </p:nvSpPr>
        <p:spPr>
          <a:xfrm>
            <a:off x="228600" y="1395962"/>
            <a:ext cx="2101200" cy="3054000"/>
          </a:xfrm>
          <a:prstGeom prst="roundRect">
            <a:avLst>
              <a:gd fmla="val 9631" name="adj"/>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264" name="Google Shape;264;p17"/>
          <p:cNvSpPr/>
          <p:nvPr/>
        </p:nvSpPr>
        <p:spPr>
          <a:xfrm>
            <a:off x="2423700" y="1395962"/>
            <a:ext cx="3198600" cy="3054000"/>
          </a:xfrm>
          <a:prstGeom prst="roundRect">
            <a:avLst>
              <a:gd fmla="val 6747"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265" name="Google Shape;265;p17"/>
          <p:cNvSpPr/>
          <p:nvPr/>
        </p:nvSpPr>
        <p:spPr>
          <a:xfrm>
            <a:off x="5716850" y="1395962"/>
            <a:ext cx="3198600" cy="1758300"/>
          </a:xfrm>
          <a:prstGeom prst="roundRect">
            <a:avLst>
              <a:gd fmla="val 9631"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266" name="Google Shape;266;p17"/>
          <p:cNvSpPr/>
          <p:nvPr/>
        </p:nvSpPr>
        <p:spPr>
          <a:xfrm>
            <a:off x="5716200" y="3231390"/>
            <a:ext cx="3198600" cy="1217400"/>
          </a:xfrm>
          <a:prstGeom prst="roundRect">
            <a:avLst>
              <a:gd fmla="val 13607"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267" name="Google Shape;267;p17"/>
          <p:cNvSpPr/>
          <p:nvPr>
            <p:ph idx="4" type="pic"/>
          </p:nvPr>
        </p:nvSpPr>
        <p:spPr>
          <a:xfrm>
            <a:off x="381950" y="993050"/>
            <a:ext cx="850500" cy="850500"/>
          </a:xfrm>
          <a:prstGeom prst="ellipse">
            <a:avLst/>
          </a:prstGeom>
          <a:noFill/>
          <a:ln cap="flat" cmpd="sng" w="9525">
            <a:solidFill>
              <a:schemeClr val="accent3"/>
            </a:solidFill>
            <a:prstDash val="solid"/>
            <a:round/>
            <a:headEnd len="sm" w="sm" type="none"/>
            <a:tailEnd len="sm" w="sm" type="none"/>
          </a:ln>
        </p:spPr>
      </p:sp>
      <p:sp>
        <p:nvSpPr>
          <p:cNvPr id="268" name="Google Shape;268;p17"/>
          <p:cNvSpPr txBox="1"/>
          <p:nvPr>
            <p:ph idx="5" type="subTitle"/>
          </p:nvPr>
        </p:nvSpPr>
        <p:spPr>
          <a:xfrm>
            <a:off x="381950" y="2062875"/>
            <a:ext cx="1786500" cy="2364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200"/>
              <a:buFont typeface="Urbanist"/>
              <a:buNone/>
              <a:defRPr b="1" sz="1200">
                <a:solidFill>
                  <a:schemeClr val="dk1"/>
                </a:solidFill>
              </a:defRPr>
            </a:lvl1pPr>
            <a:lvl2pPr lvl="1">
              <a:spcBef>
                <a:spcPts val="0"/>
              </a:spcBef>
              <a:spcAft>
                <a:spcPts val="0"/>
              </a:spcAft>
              <a:buClr>
                <a:schemeClr val="dk1"/>
              </a:buClr>
              <a:buSzPts val="1400"/>
              <a:buFont typeface="Urbanist"/>
              <a:buNone/>
              <a:defRPr>
                <a:solidFill>
                  <a:schemeClr val="dk1"/>
                </a:solidFill>
                <a:latin typeface="Urbanist"/>
                <a:ea typeface="Urbanist"/>
                <a:cs typeface="Urbanist"/>
                <a:sym typeface="Urbanist"/>
              </a:defRPr>
            </a:lvl2pPr>
            <a:lvl3pPr lvl="2">
              <a:spcBef>
                <a:spcPts val="0"/>
              </a:spcBef>
              <a:spcAft>
                <a:spcPts val="0"/>
              </a:spcAft>
              <a:buClr>
                <a:schemeClr val="dk1"/>
              </a:buClr>
              <a:buSzPts val="1400"/>
              <a:buFont typeface="Urbanist"/>
              <a:buNone/>
              <a:defRPr>
                <a:solidFill>
                  <a:schemeClr val="dk1"/>
                </a:solidFill>
                <a:latin typeface="Urbanist"/>
                <a:ea typeface="Urbanist"/>
                <a:cs typeface="Urbanist"/>
                <a:sym typeface="Urbanist"/>
              </a:defRPr>
            </a:lvl3pPr>
            <a:lvl4pPr lvl="3">
              <a:spcBef>
                <a:spcPts val="0"/>
              </a:spcBef>
              <a:spcAft>
                <a:spcPts val="0"/>
              </a:spcAft>
              <a:buClr>
                <a:schemeClr val="dk1"/>
              </a:buClr>
              <a:buSzPts val="1400"/>
              <a:buFont typeface="Urbanist"/>
              <a:buNone/>
              <a:defRPr>
                <a:solidFill>
                  <a:schemeClr val="dk1"/>
                </a:solidFill>
                <a:latin typeface="Urbanist"/>
                <a:ea typeface="Urbanist"/>
                <a:cs typeface="Urbanist"/>
                <a:sym typeface="Urbanist"/>
              </a:defRPr>
            </a:lvl4pPr>
            <a:lvl5pPr lvl="4">
              <a:spcBef>
                <a:spcPts val="0"/>
              </a:spcBef>
              <a:spcAft>
                <a:spcPts val="0"/>
              </a:spcAft>
              <a:buClr>
                <a:schemeClr val="dk1"/>
              </a:buClr>
              <a:buSzPts val="1400"/>
              <a:buFont typeface="Urbanist"/>
              <a:buNone/>
              <a:defRPr>
                <a:solidFill>
                  <a:schemeClr val="dk1"/>
                </a:solidFill>
                <a:latin typeface="Urbanist"/>
                <a:ea typeface="Urbanist"/>
                <a:cs typeface="Urbanist"/>
                <a:sym typeface="Urbanist"/>
              </a:defRPr>
            </a:lvl5pPr>
            <a:lvl6pPr lvl="5">
              <a:spcBef>
                <a:spcPts val="0"/>
              </a:spcBef>
              <a:spcAft>
                <a:spcPts val="0"/>
              </a:spcAft>
              <a:buClr>
                <a:schemeClr val="dk1"/>
              </a:buClr>
              <a:buSzPts val="1400"/>
              <a:buFont typeface="Urbanist"/>
              <a:buNone/>
              <a:defRPr>
                <a:solidFill>
                  <a:schemeClr val="dk1"/>
                </a:solidFill>
                <a:latin typeface="Urbanist"/>
                <a:ea typeface="Urbanist"/>
                <a:cs typeface="Urbanist"/>
                <a:sym typeface="Urbanist"/>
              </a:defRPr>
            </a:lvl6pPr>
            <a:lvl7pPr lvl="6">
              <a:spcBef>
                <a:spcPts val="0"/>
              </a:spcBef>
              <a:spcAft>
                <a:spcPts val="0"/>
              </a:spcAft>
              <a:buClr>
                <a:schemeClr val="dk1"/>
              </a:buClr>
              <a:buSzPts val="1400"/>
              <a:buFont typeface="Urbanist"/>
              <a:buNone/>
              <a:defRPr>
                <a:solidFill>
                  <a:schemeClr val="dk1"/>
                </a:solidFill>
                <a:latin typeface="Urbanist"/>
                <a:ea typeface="Urbanist"/>
                <a:cs typeface="Urbanist"/>
                <a:sym typeface="Urbanist"/>
              </a:defRPr>
            </a:lvl7pPr>
            <a:lvl8pPr lvl="7">
              <a:spcBef>
                <a:spcPts val="0"/>
              </a:spcBef>
              <a:spcAft>
                <a:spcPts val="0"/>
              </a:spcAft>
              <a:buClr>
                <a:schemeClr val="dk1"/>
              </a:buClr>
              <a:buSzPts val="1400"/>
              <a:buFont typeface="Urbanist"/>
              <a:buNone/>
              <a:defRPr>
                <a:solidFill>
                  <a:schemeClr val="dk1"/>
                </a:solidFill>
                <a:latin typeface="Urbanist"/>
                <a:ea typeface="Urbanist"/>
                <a:cs typeface="Urbanist"/>
                <a:sym typeface="Urbanist"/>
              </a:defRPr>
            </a:lvl8pPr>
            <a:lvl9pPr lvl="8">
              <a:spcBef>
                <a:spcPts val="0"/>
              </a:spcBef>
              <a:spcAft>
                <a:spcPts val="0"/>
              </a:spcAft>
              <a:buClr>
                <a:schemeClr val="dk1"/>
              </a:buClr>
              <a:buSzPts val="1400"/>
              <a:buFont typeface="Urbanist"/>
              <a:buNone/>
              <a:defRPr>
                <a:solidFill>
                  <a:schemeClr val="dk1"/>
                </a:solidFill>
                <a:latin typeface="Urbanist"/>
                <a:ea typeface="Urbanist"/>
                <a:cs typeface="Urbanist"/>
                <a:sym typeface="Urbanist"/>
              </a:defRPr>
            </a:lvl9pPr>
          </a:lstStyle>
          <a:p/>
        </p:txBody>
      </p:sp>
      <p:sp>
        <p:nvSpPr>
          <p:cNvPr id="269" name="Google Shape;269;p17"/>
          <p:cNvSpPr txBox="1"/>
          <p:nvPr>
            <p:ph idx="6" type="body"/>
          </p:nvPr>
        </p:nvSpPr>
        <p:spPr>
          <a:xfrm>
            <a:off x="381950" y="2453500"/>
            <a:ext cx="1786500" cy="15363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Urbanist"/>
              <a:buChar char="●"/>
              <a:defRPr sz="1000">
                <a:solidFill>
                  <a:schemeClr val="dk1"/>
                </a:solidFill>
              </a:defRPr>
            </a:lvl1pPr>
            <a:lvl2pPr indent="-292100" lvl="1" marL="914400">
              <a:spcBef>
                <a:spcPts val="0"/>
              </a:spcBef>
              <a:spcAft>
                <a:spcPts val="0"/>
              </a:spcAft>
              <a:buClr>
                <a:schemeClr val="dk1"/>
              </a:buClr>
              <a:buSzPts val="1000"/>
              <a:buFont typeface="Urbanist"/>
              <a:buChar char="○"/>
              <a:defRPr sz="1000">
                <a:solidFill>
                  <a:schemeClr val="dk1"/>
                </a:solidFill>
              </a:defRPr>
            </a:lvl2pPr>
            <a:lvl3pPr indent="-292100" lvl="2" marL="1371600">
              <a:spcBef>
                <a:spcPts val="0"/>
              </a:spcBef>
              <a:spcAft>
                <a:spcPts val="0"/>
              </a:spcAft>
              <a:buClr>
                <a:schemeClr val="dk1"/>
              </a:buClr>
              <a:buSzPts val="1000"/>
              <a:buFont typeface="Urbanist"/>
              <a:buChar char="■"/>
              <a:defRPr sz="1000">
                <a:solidFill>
                  <a:schemeClr val="dk1"/>
                </a:solidFill>
              </a:defRPr>
            </a:lvl3pPr>
            <a:lvl4pPr indent="-292100" lvl="3" marL="1828800">
              <a:spcBef>
                <a:spcPts val="0"/>
              </a:spcBef>
              <a:spcAft>
                <a:spcPts val="0"/>
              </a:spcAft>
              <a:buClr>
                <a:schemeClr val="dk1"/>
              </a:buClr>
              <a:buSzPts val="1000"/>
              <a:buFont typeface="Urbanist"/>
              <a:buChar char="●"/>
              <a:defRPr sz="1000">
                <a:solidFill>
                  <a:schemeClr val="dk1"/>
                </a:solidFill>
              </a:defRPr>
            </a:lvl4pPr>
            <a:lvl5pPr indent="-292100" lvl="4" marL="2286000">
              <a:spcBef>
                <a:spcPts val="0"/>
              </a:spcBef>
              <a:spcAft>
                <a:spcPts val="0"/>
              </a:spcAft>
              <a:buClr>
                <a:schemeClr val="dk1"/>
              </a:buClr>
              <a:buSzPts val="1000"/>
              <a:buFont typeface="Urbanist"/>
              <a:buChar char="○"/>
              <a:defRPr sz="1000">
                <a:solidFill>
                  <a:schemeClr val="dk1"/>
                </a:solidFill>
              </a:defRPr>
            </a:lvl5pPr>
            <a:lvl6pPr indent="-292100" lvl="5" marL="2743200">
              <a:spcBef>
                <a:spcPts val="0"/>
              </a:spcBef>
              <a:spcAft>
                <a:spcPts val="0"/>
              </a:spcAft>
              <a:buClr>
                <a:schemeClr val="dk1"/>
              </a:buClr>
              <a:buSzPts val="1000"/>
              <a:buFont typeface="Urbanist"/>
              <a:buChar char="■"/>
              <a:defRPr sz="1000">
                <a:solidFill>
                  <a:schemeClr val="dk1"/>
                </a:solidFill>
              </a:defRPr>
            </a:lvl6pPr>
            <a:lvl7pPr indent="-292100" lvl="6" marL="3200400">
              <a:spcBef>
                <a:spcPts val="0"/>
              </a:spcBef>
              <a:spcAft>
                <a:spcPts val="0"/>
              </a:spcAft>
              <a:buClr>
                <a:schemeClr val="dk1"/>
              </a:buClr>
              <a:buSzPts val="1000"/>
              <a:buFont typeface="Urbanist"/>
              <a:buChar char="●"/>
              <a:defRPr sz="1000">
                <a:solidFill>
                  <a:schemeClr val="dk1"/>
                </a:solidFill>
              </a:defRPr>
            </a:lvl7pPr>
            <a:lvl8pPr indent="-292100" lvl="7" marL="3657600">
              <a:spcBef>
                <a:spcPts val="0"/>
              </a:spcBef>
              <a:spcAft>
                <a:spcPts val="0"/>
              </a:spcAft>
              <a:buClr>
                <a:schemeClr val="dk1"/>
              </a:buClr>
              <a:buSzPts val="1000"/>
              <a:buFont typeface="Urbanist"/>
              <a:buChar char="○"/>
              <a:defRPr sz="1000">
                <a:solidFill>
                  <a:schemeClr val="dk1"/>
                </a:solidFill>
              </a:defRPr>
            </a:lvl8pPr>
            <a:lvl9pPr indent="-292100" lvl="8" marL="4114800">
              <a:spcBef>
                <a:spcPts val="0"/>
              </a:spcBef>
              <a:spcAft>
                <a:spcPts val="0"/>
              </a:spcAft>
              <a:buClr>
                <a:schemeClr val="dk1"/>
              </a:buClr>
              <a:buSzPts val="1000"/>
              <a:buFont typeface="Urbanist"/>
              <a:buChar char="■"/>
              <a:defRPr sz="1000">
                <a:solidFill>
                  <a:schemeClr val="dk1"/>
                </a:solidFill>
              </a:defRPr>
            </a:lvl9pPr>
          </a:lstStyle>
          <a:p/>
        </p:txBody>
      </p:sp>
      <p:sp>
        <p:nvSpPr>
          <p:cNvPr id="270" name="Google Shape;270;p17"/>
          <p:cNvSpPr txBox="1"/>
          <p:nvPr>
            <p:ph idx="7" type="subTitle"/>
          </p:nvPr>
        </p:nvSpPr>
        <p:spPr>
          <a:xfrm>
            <a:off x="2580250" y="1528150"/>
            <a:ext cx="2911500" cy="2286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000"/>
              <a:buFont typeface="Urbanist"/>
              <a:buNone/>
              <a:defRPr b="1" sz="1000"/>
            </a:lvl1pPr>
            <a:lvl2pPr lvl="1">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2pPr>
            <a:lvl3pPr lvl="2">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3pPr>
            <a:lvl4pPr lvl="3">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4pPr>
            <a:lvl5pPr lvl="4">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5pPr>
            <a:lvl6pPr lvl="5">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6pPr>
            <a:lvl7pPr lvl="6">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7pPr>
            <a:lvl8pPr lvl="7">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8pPr>
            <a:lvl9pPr lvl="8">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9pPr>
          </a:lstStyle>
          <a:p/>
        </p:txBody>
      </p:sp>
      <p:sp>
        <p:nvSpPr>
          <p:cNvPr id="271" name="Google Shape;271;p17"/>
          <p:cNvSpPr txBox="1"/>
          <p:nvPr>
            <p:ph idx="8" type="body"/>
          </p:nvPr>
        </p:nvSpPr>
        <p:spPr>
          <a:xfrm>
            <a:off x="2580250" y="1791652"/>
            <a:ext cx="2911500" cy="610500"/>
          </a:xfrm>
          <a:prstGeom prst="rect">
            <a:avLst/>
          </a:prstGeom>
        </p:spPr>
        <p:txBody>
          <a:bodyPr anchorCtr="0" anchor="t" bIns="0" lIns="0" spcFirstLastPara="1" rIns="0" wrap="square" tIns="0">
            <a:noAutofit/>
          </a:bodyPr>
          <a:lstStyle>
            <a:lvl1pPr indent="-292100" lvl="0" marL="457200">
              <a:lnSpc>
                <a:spcPct val="100000"/>
              </a:lnSpc>
              <a:spcBef>
                <a:spcPts val="0"/>
              </a:spcBef>
              <a:spcAft>
                <a:spcPts val="0"/>
              </a:spcAft>
              <a:buSzPts val="1000"/>
              <a:buChar char="●"/>
              <a:defRPr sz="1000"/>
            </a:lvl1pPr>
            <a:lvl2pPr indent="-292100" lvl="1" marL="914400">
              <a:lnSpc>
                <a:spcPct val="100000"/>
              </a:lnSpc>
              <a:spcBef>
                <a:spcPts val="800"/>
              </a:spcBef>
              <a:spcAft>
                <a:spcPts val="0"/>
              </a:spcAft>
              <a:buSzPts val="1000"/>
              <a:buChar char="○"/>
              <a:defRPr sz="1000"/>
            </a:lvl2pPr>
            <a:lvl3pPr indent="-292100" lvl="2" marL="1371600">
              <a:lnSpc>
                <a:spcPct val="100000"/>
              </a:lnSpc>
              <a:spcBef>
                <a:spcPts val="800"/>
              </a:spcBef>
              <a:spcAft>
                <a:spcPts val="0"/>
              </a:spcAft>
              <a:buSzPts val="1000"/>
              <a:buChar char="■"/>
              <a:defRPr sz="1000"/>
            </a:lvl3pPr>
            <a:lvl4pPr indent="-292100" lvl="3" marL="1828800">
              <a:lnSpc>
                <a:spcPct val="100000"/>
              </a:lnSpc>
              <a:spcBef>
                <a:spcPts val="800"/>
              </a:spcBef>
              <a:spcAft>
                <a:spcPts val="0"/>
              </a:spcAft>
              <a:buSzPts val="1000"/>
              <a:buChar char="●"/>
              <a:defRPr sz="1000"/>
            </a:lvl4pPr>
            <a:lvl5pPr indent="-292100" lvl="4" marL="2286000">
              <a:lnSpc>
                <a:spcPct val="100000"/>
              </a:lnSpc>
              <a:spcBef>
                <a:spcPts val="800"/>
              </a:spcBef>
              <a:spcAft>
                <a:spcPts val="0"/>
              </a:spcAft>
              <a:buSzPts val="1000"/>
              <a:buChar char="○"/>
              <a:defRPr sz="1000"/>
            </a:lvl5pPr>
            <a:lvl6pPr indent="-292100" lvl="5" marL="2743200">
              <a:lnSpc>
                <a:spcPct val="100000"/>
              </a:lnSpc>
              <a:spcBef>
                <a:spcPts val="800"/>
              </a:spcBef>
              <a:spcAft>
                <a:spcPts val="0"/>
              </a:spcAft>
              <a:buSzPts val="1000"/>
              <a:buChar char="■"/>
              <a:defRPr sz="1000"/>
            </a:lvl6pPr>
            <a:lvl7pPr indent="-292100" lvl="6" marL="3200400">
              <a:lnSpc>
                <a:spcPct val="100000"/>
              </a:lnSpc>
              <a:spcBef>
                <a:spcPts val="800"/>
              </a:spcBef>
              <a:spcAft>
                <a:spcPts val="0"/>
              </a:spcAft>
              <a:buSzPts val="1000"/>
              <a:buChar char="●"/>
              <a:defRPr sz="1000"/>
            </a:lvl7pPr>
            <a:lvl8pPr indent="-292100" lvl="7" marL="3657600">
              <a:lnSpc>
                <a:spcPct val="100000"/>
              </a:lnSpc>
              <a:spcBef>
                <a:spcPts val="800"/>
              </a:spcBef>
              <a:spcAft>
                <a:spcPts val="0"/>
              </a:spcAft>
              <a:buSzPts val="1000"/>
              <a:buChar char="○"/>
              <a:defRPr sz="1000"/>
            </a:lvl8pPr>
            <a:lvl9pPr indent="-292100" lvl="8" marL="4114800">
              <a:lnSpc>
                <a:spcPct val="100000"/>
              </a:lnSpc>
              <a:spcBef>
                <a:spcPts val="800"/>
              </a:spcBef>
              <a:spcAft>
                <a:spcPts val="800"/>
              </a:spcAft>
              <a:buSzPts val="1000"/>
              <a:buChar char="■"/>
              <a:defRPr sz="1000"/>
            </a:lvl9pPr>
          </a:lstStyle>
          <a:p/>
        </p:txBody>
      </p:sp>
      <p:cxnSp>
        <p:nvCxnSpPr>
          <p:cNvPr id="272" name="Google Shape;272;p17"/>
          <p:cNvCxnSpPr/>
          <p:nvPr/>
        </p:nvCxnSpPr>
        <p:spPr>
          <a:xfrm>
            <a:off x="2423700" y="2531312"/>
            <a:ext cx="3194400" cy="0"/>
          </a:xfrm>
          <a:prstGeom prst="straightConnector1">
            <a:avLst/>
          </a:prstGeom>
          <a:noFill/>
          <a:ln cap="flat" cmpd="sng" w="9525">
            <a:solidFill>
              <a:schemeClr val="dk1"/>
            </a:solidFill>
            <a:prstDash val="solid"/>
            <a:round/>
            <a:headEnd len="med" w="med" type="none"/>
            <a:tailEnd len="med" w="med" type="none"/>
          </a:ln>
        </p:spPr>
      </p:cxnSp>
      <p:cxnSp>
        <p:nvCxnSpPr>
          <p:cNvPr id="273" name="Google Shape;273;p17"/>
          <p:cNvCxnSpPr/>
          <p:nvPr/>
        </p:nvCxnSpPr>
        <p:spPr>
          <a:xfrm>
            <a:off x="2423700" y="3583537"/>
            <a:ext cx="3194400" cy="0"/>
          </a:xfrm>
          <a:prstGeom prst="straightConnector1">
            <a:avLst/>
          </a:prstGeom>
          <a:noFill/>
          <a:ln cap="flat" cmpd="sng" w="9525">
            <a:solidFill>
              <a:schemeClr val="dk1"/>
            </a:solidFill>
            <a:prstDash val="solid"/>
            <a:round/>
            <a:headEnd len="med" w="med" type="none"/>
            <a:tailEnd len="med" w="med" type="none"/>
          </a:ln>
        </p:spPr>
      </p:cxnSp>
      <p:sp>
        <p:nvSpPr>
          <p:cNvPr id="274" name="Google Shape;274;p17"/>
          <p:cNvSpPr txBox="1"/>
          <p:nvPr>
            <p:ph idx="9" type="subTitle"/>
          </p:nvPr>
        </p:nvSpPr>
        <p:spPr>
          <a:xfrm>
            <a:off x="2580250" y="2660457"/>
            <a:ext cx="2911500" cy="2286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000"/>
              <a:buFont typeface="Urbanist"/>
              <a:buNone/>
              <a:defRPr b="1" sz="1000"/>
            </a:lvl1pPr>
            <a:lvl2pPr lvl="1">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2pPr>
            <a:lvl3pPr lvl="2">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3pPr>
            <a:lvl4pPr lvl="3">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4pPr>
            <a:lvl5pPr lvl="4">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5pPr>
            <a:lvl6pPr lvl="5">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6pPr>
            <a:lvl7pPr lvl="6">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7pPr>
            <a:lvl8pPr lvl="7">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8pPr>
            <a:lvl9pPr lvl="8">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9pPr>
          </a:lstStyle>
          <a:p/>
        </p:txBody>
      </p:sp>
      <p:sp>
        <p:nvSpPr>
          <p:cNvPr id="275" name="Google Shape;275;p17"/>
          <p:cNvSpPr txBox="1"/>
          <p:nvPr>
            <p:ph idx="13" type="body"/>
          </p:nvPr>
        </p:nvSpPr>
        <p:spPr>
          <a:xfrm>
            <a:off x="2580250" y="2931046"/>
            <a:ext cx="2911500" cy="6105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Urbanist"/>
              <a:buChar char="●"/>
              <a:defRPr sz="1000"/>
            </a:lvl1pPr>
            <a:lvl2pPr indent="-292100" lvl="1" marL="914400">
              <a:spcBef>
                <a:spcPts val="0"/>
              </a:spcBef>
              <a:spcAft>
                <a:spcPts val="0"/>
              </a:spcAft>
              <a:buClr>
                <a:schemeClr val="lt1"/>
              </a:buClr>
              <a:buSzPts val="1000"/>
              <a:buFont typeface="Urbanist"/>
              <a:buChar char="○"/>
              <a:defRPr sz="1000"/>
            </a:lvl2pPr>
            <a:lvl3pPr indent="-292100" lvl="2" marL="1371600">
              <a:spcBef>
                <a:spcPts val="0"/>
              </a:spcBef>
              <a:spcAft>
                <a:spcPts val="0"/>
              </a:spcAft>
              <a:buClr>
                <a:schemeClr val="lt1"/>
              </a:buClr>
              <a:buSzPts val="1000"/>
              <a:buFont typeface="Urbanist"/>
              <a:buChar char="■"/>
              <a:defRPr sz="1000"/>
            </a:lvl3pPr>
            <a:lvl4pPr indent="-292100" lvl="3" marL="1828800">
              <a:spcBef>
                <a:spcPts val="0"/>
              </a:spcBef>
              <a:spcAft>
                <a:spcPts val="0"/>
              </a:spcAft>
              <a:buClr>
                <a:schemeClr val="lt1"/>
              </a:buClr>
              <a:buSzPts val="1000"/>
              <a:buFont typeface="Urbanist"/>
              <a:buChar char="●"/>
              <a:defRPr sz="1000"/>
            </a:lvl4pPr>
            <a:lvl5pPr indent="-292100" lvl="4" marL="2286000">
              <a:spcBef>
                <a:spcPts val="0"/>
              </a:spcBef>
              <a:spcAft>
                <a:spcPts val="0"/>
              </a:spcAft>
              <a:buClr>
                <a:schemeClr val="lt1"/>
              </a:buClr>
              <a:buSzPts val="1000"/>
              <a:buFont typeface="Urbanist"/>
              <a:buChar char="○"/>
              <a:defRPr sz="1000"/>
            </a:lvl5pPr>
            <a:lvl6pPr indent="-292100" lvl="5" marL="2743200">
              <a:spcBef>
                <a:spcPts val="0"/>
              </a:spcBef>
              <a:spcAft>
                <a:spcPts val="0"/>
              </a:spcAft>
              <a:buClr>
                <a:schemeClr val="lt1"/>
              </a:buClr>
              <a:buSzPts val="1000"/>
              <a:buFont typeface="Urbanist"/>
              <a:buChar char="■"/>
              <a:defRPr sz="1000"/>
            </a:lvl6pPr>
            <a:lvl7pPr indent="-292100" lvl="6" marL="3200400">
              <a:spcBef>
                <a:spcPts val="0"/>
              </a:spcBef>
              <a:spcAft>
                <a:spcPts val="0"/>
              </a:spcAft>
              <a:buClr>
                <a:schemeClr val="lt1"/>
              </a:buClr>
              <a:buSzPts val="1000"/>
              <a:buFont typeface="Urbanist"/>
              <a:buChar char="●"/>
              <a:defRPr sz="1000"/>
            </a:lvl7pPr>
            <a:lvl8pPr indent="-292100" lvl="7" marL="3657600">
              <a:spcBef>
                <a:spcPts val="0"/>
              </a:spcBef>
              <a:spcAft>
                <a:spcPts val="0"/>
              </a:spcAft>
              <a:buClr>
                <a:schemeClr val="lt1"/>
              </a:buClr>
              <a:buSzPts val="1000"/>
              <a:buFont typeface="Urbanist"/>
              <a:buChar char="○"/>
              <a:defRPr sz="1000"/>
            </a:lvl8pPr>
            <a:lvl9pPr indent="-292100" lvl="8" marL="4114800">
              <a:spcBef>
                <a:spcPts val="0"/>
              </a:spcBef>
              <a:spcAft>
                <a:spcPts val="0"/>
              </a:spcAft>
              <a:buClr>
                <a:schemeClr val="lt1"/>
              </a:buClr>
              <a:buSzPts val="1000"/>
              <a:buFont typeface="Urbanist"/>
              <a:buChar char="■"/>
              <a:defRPr sz="1000"/>
            </a:lvl9pPr>
          </a:lstStyle>
          <a:p/>
        </p:txBody>
      </p:sp>
      <p:sp>
        <p:nvSpPr>
          <p:cNvPr id="276" name="Google Shape;276;p17"/>
          <p:cNvSpPr/>
          <p:nvPr/>
        </p:nvSpPr>
        <p:spPr>
          <a:xfrm flipH="1">
            <a:off x="2600988" y="3992942"/>
            <a:ext cx="681000" cy="273600"/>
          </a:xfrm>
          <a:prstGeom prst="roundRect">
            <a:avLst>
              <a:gd fmla="val 50000" name="adj"/>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None/>
            </a:pPr>
            <a:r>
              <a:t/>
            </a:r>
            <a:endParaRPr b="1" sz="800">
              <a:solidFill>
                <a:schemeClr val="dk1"/>
              </a:solidFill>
              <a:latin typeface="Urbanist"/>
              <a:ea typeface="Urbanist"/>
              <a:cs typeface="Urbanist"/>
              <a:sym typeface="Urbanist"/>
            </a:endParaRPr>
          </a:p>
        </p:txBody>
      </p:sp>
      <p:sp>
        <p:nvSpPr>
          <p:cNvPr id="277" name="Google Shape;277;p17"/>
          <p:cNvSpPr/>
          <p:nvPr/>
        </p:nvSpPr>
        <p:spPr>
          <a:xfrm flipH="1">
            <a:off x="3654625" y="3992942"/>
            <a:ext cx="681000" cy="273600"/>
          </a:xfrm>
          <a:prstGeom prst="roundRect">
            <a:avLst>
              <a:gd fmla="val 50000" name="adj"/>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None/>
            </a:pPr>
            <a:r>
              <a:t/>
            </a:r>
            <a:endParaRPr b="1" sz="800">
              <a:solidFill>
                <a:schemeClr val="dk1"/>
              </a:solidFill>
              <a:latin typeface="Urbanist"/>
              <a:ea typeface="Urbanist"/>
              <a:cs typeface="Urbanist"/>
              <a:sym typeface="Urbanist"/>
            </a:endParaRPr>
          </a:p>
        </p:txBody>
      </p:sp>
      <p:sp>
        <p:nvSpPr>
          <p:cNvPr id="278" name="Google Shape;278;p17"/>
          <p:cNvSpPr/>
          <p:nvPr/>
        </p:nvSpPr>
        <p:spPr>
          <a:xfrm flipH="1">
            <a:off x="4602650" y="3992942"/>
            <a:ext cx="681000" cy="273600"/>
          </a:xfrm>
          <a:prstGeom prst="roundRect">
            <a:avLst>
              <a:gd fmla="val 50000" name="adj"/>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None/>
            </a:pPr>
            <a:r>
              <a:t/>
            </a:r>
            <a:endParaRPr b="1" sz="800">
              <a:solidFill>
                <a:schemeClr val="dk1"/>
              </a:solidFill>
              <a:latin typeface="Urbanist"/>
              <a:ea typeface="Urbanist"/>
              <a:cs typeface="Urbanist"/>
              <a:sym typeface="Urbanist"/>
            </a:endParaRPr>
          </a:p>
        </p:txBody>
      </p:sp>
      <p:sp>
        <p:nvSpPr>
          <p:cNvPr id="279" name="Google Shape;279;p17"/>
          <p:cNvSpPr txBox="1"/>
          <p:nvPr>
            <p:ph idx="14" type="subTitle"/>
          </p:nvPr>
        </p:nvSpPr>
        <p:spPr>
          <a:xfrm>
            <a:off x="2567250" y="3671882"/>
            <a:ext cx="2911500" cy="2286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000"/>
              <a:buFont typeface="Urbanist"/>
              <a:buNone/>
              <a:defRPr b="1" sz="1000"/>
            </a:lvl1pPr>
            <a:lvl2pPr lvl="1">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2pPr>
            <a:lvl3pPr lvl="2">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3pPr>
            <a:lvl4pPr lvl="3">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4pPr>
            <a:lvl5pPr lvl="4">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5pPr>
            <a:lvl6pPr lvl="5">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6pPr>
            <a:lvl7pPr lvl="6">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7pPr>
            <a:lvl8pPr lvl="7">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8pPr>
            <a:lvl9pPr lvl="8">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9pPr>
          </a:lstStyle>
          <a:p/>
        </p:txBody>
      </p:sp>
      <p:sp>
        <p:nvSpPr>
          <p:cNvPr id="280" name="Google Shape;280;p17"/>
          <p:cNvSpPr txBox="1"/>
          <p:nvPr>
            <p:ph idx="15" type="subTitle"/>
          </p:nvPr>
        </p:nvSpPr>
        <p:spPr>
          <a:xfrm>
            <a:off x="5877425" y="1528157"/>
            <a:ext cx="2911500" cy="2286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000"/>
              <a:buFont typeface="Urbanist"/>
              <a:buNone/>
              <a:defRPr b="1" sz="1000"/>
            </a:lvl1pPr>
            <a:lvl2pPr lvl="1">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2pPr>
            <a:lvl3pPr lvl="2">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3pPr>
            <a:lvl4pPr lvl="3">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4pPr>
            <a:lvl5pPr lvl="4">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5pPr>
            <a:lvl6pPr lvl="5">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6pPr>
            <a:lvl7pPr lvl="6">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7pPr>
            <a:lvl8pPr lvl="7">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8pPr>
            <a:lvl9pPr lvl="8">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9pPr>
          </a:lstStyle>
          <a:p/>
        </p:txBody>
      </p:sp>
      <p:sp>
        <p:nvSpPr>
          <p:cNvPr id="281" name="Google Shape;281;p17"/>
          <p:cNvSpPr txBox="1"/>
          <p:nvPr>
            <p:ph idx="16" type="subTitle"/>
          </p:nvPr>
        </p:nvSpPr>
        <p:spPr>
          <a:xfrm>
            <a:off x="5877425" y="1781107"/>
            <a:ext cx="2911500" cy="228600"/>
          </a:xfrm>
          <a:prstGeom prst="rect">
            <a:avLst/>
          </a:prstGeom>
        </p:spPr>
        <p:txBody>
          <a:bodyPr anchorCtr="0" anchor="t" bIns="0" lIns="0" spcFirstLastPara="1" rIns="0" wrap="square" tIns="0">
            <a:noAutofit/>
          </a:bodyPr>
          <a:lstStyle>
            <a:lvl1pPr lvl="0">
              <a:spcBef>
                <a:spcPts val="0"/>
              </a:spcBef>
              <a:spcAft>
                <a:spcPts val="0"/>
              </a:spcAft>
              <a:buClr>
                <a:schemeClr val="accent3"/>
              </a:buClr>
              <a:buSzPts val="800"/>
              <a:buFont typeface="Urbanist"/>
              <a:buNone/>
              <a:defRPr b="1" sz="800">
                <a:solidFill>
                  <a:schemeClr val="accent3"/>
                </a:solidFill>
              </a:defRPr>
            </a:lvl1pPr>
            <a:lvl2pPr lvl="1">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2pPr>
            <a:lvl3pPr lvl="2">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3pPr>
            <a:lvl4pPr lvl="3">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4pPr>
            <a:lvl5pPr lvl="4">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5pPr>
            <a:lvl6pPr lvl="5">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6pPr>
            <a:lvl7pPr lvl="6">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7pPr>
            <a:lvl8pPr lvl="7">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8pPr>
            <a:lvl9pPr lvl="8">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9pPr>
          </a:lstStyle>
          <a:p/>
        </p:txBody>
      </p:sp>
      <p:sp>
        <p:nvSpPr>
          <p:cNvPr id="282" name="Google Shape;282;p17"/>
          <p:cNvSpPr txBox="1"/>
          <p:nvPr>
            <p:ph idx="17" type="subTitle"/>
          </p:nvPr>
        </p:nvSpPr>
        <p:spPr>
          <a:xfrm>
            <a:off x="5877425" y="2219182"/>
            <a:ext cx="2911500" cy="228600"/>
          </a:xfrm>
          <a:prstGeom prst="rect">
            <a:avLst/>
          </a:prstGeom>
        </p:spPr>
        <p:txBody>
          <a:bodyPr anchorCtr="0" anchor="t" bIns="0" lIns="0" spcFirstLastPara="1" rIns="0" wrap="square" tIns="0">
            <a:noAutofit/>
          </a:bodyPr>
          <a:lstStyle>
            <a:lvl1pPr lvl="0">
              <a:spcBef>
                <a:spcPts val="0"/>
              </a:spcBef>
              <a:spcAft>
                <a:spcPts val="0"/>
              </a:spcAft>
              <a:buClr>
                <a:schemeClr val="accent3"/>
              </a:buClr>
              <a:buSzPts val="800"/>
              <a:buFont typeface="Urbanist"/>
              <a:buNone/>
              <a:defRPr b="1" sz="800">
                <a:solidFill>
                  <a:schemeClr val="accent3"/>
                </a:solidFill>
              </a:defRPr>
            </a:lvl1pPr>
            <a:lvl2pPr lvl="1">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2pPr>
            <a:lvl3pPr lvl="2">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3pPr>
            <a:lvl4pPr lvl="3">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4pPr>
            <a:lvl5pPr lvl="4">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5pPr>
            <a:lvl6pPr lvl="5">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6pPr>
            <a:lvl7pPr lvl="6">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7pPr>
            <a:lvl8pPr lvl="7">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8pPr>
            <a:lvl9pPr lvl="8">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9pPr>
          </a:lstStyle>
          <a:p/>
        </p:txBody>
      </p:sp>
      <p:sp>
        <p:nvSpPr>
          <p:cNvPr id="283" name="Google Shape;283;p17"/>
          <p:cNvSpPr txBox="1"/>
          <p:nvPr>
            <p:ph idx="18" type="subTitle"/>
          </p:nvPr>
        </p:nvSpPr>
        <p:spPr>
          <a:xfrm>
            <a:off x="5877425" y="2657257"/>
            <a:ext cx="2911500" cy="228600"/>
          </a:xfrm>
          <a:prstGeom prst="rect">
            <a:avLst/>
          </a:prstGeom>
        </p:spPr>
        <p:txBody>
          <a:bodyPr anchorCtr="0" anchor="t" bIns="0" lIns="0" spcFirstLastPara="1" rIns="0" wrap="square" tIns="0">
            <a:noAutofit/>
          </a:bodyPr>
          <a:lstStyle>
            <a:lvl1pPr lvl="0">
              <a:spcBef>
                <a:spcPts val="0"/>
              </a:spcBef>
              <a:spcAft>
                <a:spcPts val="0"/>
              </a:spcAft>
              <a:buClr>
                <a:schemeClr val="accent3"/>
              </a:buClr>
              <a:buSzPts val="800"/>
              <a:buFont typeface="Urbanist"/>
              <a:buNone/>
              <a:defRPr b="1" sz="800">
                <a:solidFill>
                  <a:schemeClr val="accent3"/>
                </a:solidFill>
              </a:defRPr>
            </a:lvl1pPr>
            <a:lvl2pPr lvl="1">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2pPr>
            <a:lvl3pPr lvl="2">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3pPr>
            <a:lvl4pPr lvl="3">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4pPr>
            <a:lvl5pPr lvl="4">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5pPr>
            <a:lvl6pPr lvl="5">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6pPr>
            <a:lvl7pPr lvl="6">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7pPr>
            <a:lvl8pPr lvl="7">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8pPr>
            <a:lvl9pPr lvl="8">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9pPr>
          </a:lstStyle>
          <a:p/>
        </p:txBody>
      </p:sp>
      <p:sp>
        <p:nvSpPr>
          <p:cNvPr id="284" name="Google Shape;284;p17"/>
          <p:cNvSpPr txBox="1"/>
          <p:nvPr>
            <p:ph idx="19" type="subTitle"/>
          </p:nvPr>
        </p:nvSpPr>
        <p:spPr>
          <a:xfrm>
            <a:off x="5877425" y="3354932"/>
            <a:ext cx="2911500" cy="2286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000"/>
              <a:buFont typeface="Urbanist"/>
              <a:buNone/>
              <a:defRPr b="1" sz="1000"/>
            </a:lvl1pPr>
            <a:lvl2pPr lvl="1">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2pPr>
            <a:lvl3pPr lvl="2">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3pPr>
            <a:lvl4pPr lvl="3">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4pPr>
            <a:lvl5pPr lvl="4">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5pPr>
            <a:lvl6pPr lvl="5">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6pPr>
            <a:lvl7pPr lvl="6">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7pPr>
            <a:lvl8pPr lvl="7">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8pPr>
            <a:lvl9pPr lvl="8">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9pPr>
          </a:lstStyle>
          <a:p/>
        </p:txBody>
      </p:sp>
      <p:sp>
        <p:nvSpPr>
          <p:cNvPr id="285" name="Google Shape;285;p17"/>
          <p:cNvSpPr txBox="1"/>
          <p:nvPr>
            <p:ph idx="20" type="subTitle"/>
          </p:nvPr>
        </p:nvSpPr>
        <p:spPr>
          <a:xfrm>
            <a:off x="228600" y="228600"/>
            <a:ext cx="2920800" cy="228600"/>
          </a:xfrm>
          <a:prstGeom prst="rect">
            <a:avLst/>
          </a:prstGeom>
        </p:spPr>
        <p:txBody>
          <a:bodyPr anchorCtr="0" anchor="t" bIns="0" lIns="0" spcFirstLastPara="1" rIns="0" wrap="square" tIns="0">
            <a:noAutofit/>
          </a:bodyPr>
          <a:lstStyle>
            <a:lvl1pPr lvl="0">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9pPr>
          </a:lstStyle>
          <a:p/>
        </p:txBody>
      </p:sp>
      <p:sp>
        <p:nvSpPr>
          <p:cNvPr id="286" name="Google Shape;286;p17"/>
          <p:cNvSpPr/>
          <p:nvPr/>
        </p:nvSpPr>
        <p:spPr>
          <a:xfrm>
            <a:off x="228600" y="4837500"/>
            <a:ext cx="48900" cy="48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287" name="Google Shape;287;p17"/>
          <p:cNvSpPr/>
          <p:nvPr/>
        </p:nvSpPr>
        <p:spPr>
          <a:xfrm>
            <a:off x="4618950" y="4839000"/>
            <a:ext cx="45900" cy="45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ilestones">
  <p:cSld name="CUSTOM_4">
    <p:spTree>
      <p:nvGrpSpPr>
        <p:cNvPr id="288" name="Shape 288"/>
        <p:cNvGrpSpPr/>
        <p:nvPr/>
      </p:nvGrpSpPr>
      <p:grpSpPr>
        <a:xfrm>
          <a:off x="0" y="0"/>
          <a:ext cx="0" cy="0"/>
          <a:chOff x="0" y="0"/>
          <a:chExt cx="0" cy="0"/>
        </a:xfrm>
      </p:grpSpPr>
      <p:sp>
        <p:nvSpPr>
          <p:cNvPr id="289" name="Google Shape;289;p18"/>
          <p:cNvSpPr txBox="1"/>
          <p:nvPr>
            <p:ph idx="1" type="body"/>
          </p:nvPr>
        </p:nvSpPr>
        <p:spPr>
          <a:xfrm>
            <a:off x="2054000" y="2952175"/>
            <a:ext cx="1377600" cy="937800"/>
          </a:xfrm>
          <a:prstGeom prst="rect">
            <a:avLst/>
          </a:prstGeom>
        </p:spPr>
        <p:txBody>
          <a:bodyPr anchorCtr="0" anchor="t" bIns="0" lIns="0" spcFirstLastPara="1" rIns="0" wrap="square" tIns="0">
            <a:spAutoFit/>
          </a:bodyPr>
          <a:lstStyle>
            <a:lvl1pPr indent="-292100" lvl="0" marL="457200">
              <a:lnSpc>
                <a:spcPct val="100000"/>
              </a:lnSpc>
              <a:spcBef>
                <a:spcPts val="0"/>
              </a:spcBef>
              <a:spcAft>
                <a:spcPts val="0"/>
              </a:spcAft>
              <a:buSzPts val="1000"/>
              <a:buChar char="●"/>
              <a:defRPr sz="1000"/>
            </a:lvl1pPr>
            <a:lvl2pPr indent="-292100" lvl="1" marL="914400">
              <a:lnSpc>
                <a:spcPct val="100000"/>
              </a:lnSpc>
              <a:spcBef>
                <a:spcPts val="800"/>
              </a:spcBef>
              <a:spcAft>
                <a:spcPts val="0"/>
              </a:spcAft>
              <a:buSzPts val="1000"/>
              <a:buChar char="○"/>
              <a:defRPr sz="1000"/>
            </a:lvl2pPr>
            <a:lvl3pPr indent="-292100" lvl="2" marL="1371600">
              <a:lnSpc>
                <a:spcPct val="100000"/>
              </a:lnSpc>
              <a:spcBef>
                <a:spcPts val="800"/>
              </a:spcBef>
              <a:spcAft>
                <a:spcPts val="0"/>
              </a:spcAft>
              <a:buSzPts val="1000"/>
              <a:buChar char="■"/>
              <a:defRPr sz="1000"/>
            </a:lvl3pPr>
            <a:lvl4pPr indent="-292100" lvl="3" marL="1828800">
              <a:lnSpc>
                <a:spcPct val="100000"/>
              </a:lnSpc>
              <a:spcBef>
                <a:spcPts val="800"/>
              </a:spcBef>
              <a:spcAft>
                <a:spcPts val="0"/>
              </a:spcAft>
              <a:buSzPts val="1000"/>
              <a:buChar char="●"/>
              <a:defRPr sz="1000"/>
            </a:lvl4pPr>
            <a:lvl5pPr indent="-292100" lvl="4" marL="2286000">
              <a:lnSpc>
                <a:spcPct val="100000"/>
              </a:lnSpc>
              <a:spcBef>
                <a:spcPts val="800"/>
              </a:spcBef>
              <a:spcAft>
                <a:spcPts val="0"/>
              </a:spcAft>
              <a:buSzPts val="1000"/>
              <a:buChar char="○"/>
              <a:defRPr sz="1000"/>
            </a:lvl5pPr>
            <a:lvl6pPr indent="-292100" lvl="5" marL="2743200">
              <a:lnSpc>
                <a:spcPct val="100000"/>
              </a:lnSpc>
              <a:spcBef>
                <a:spcPts val="800"/>
              </a:spcBef>
              <a:spcAft>
                <a:spcPts val="0"/>
              </a:spcAft>
              <a:buSzPts val="1000"/>
              <a:buChar char="■"/>
              <a:defRPr sz="1000"/>
            </a:lvl6pPr>
            <a:lvl7pPr indent="-292100" lvl="6" marL="3200400">
              <a:lnSpc>
                <a:spcPct val="100000"/>
              </a:lnSpc>
              <a:spcBef>
                <a:spcPts val="800"/>
              </a:spcBef>
              <a:spcAft>
                <a:spcPts val="0"/>
              </a:spcAft>
              <a:buSzPts val="1000"/>
              <a:buChar char="●"/>
              <a:defRPr sz="1000"/>
            </a:lvl7pPr>
            <a:lvl8pPr indent="-292100" lvl="7" marL="3657600">
              <a:lnSpc>
                <a:spcPct val="100000"/>
              </a:lnSpc>
              <a:spcBef>
                <a:spcPts val="800"/>
              </a:spcBef>
              <a:spcAft>
                <a:spcPts val="0"/>
              </a:spcAft>
              <a:buSzPts val="1000"/>
              <a:buChar char="○"/>
              <a:defRPr sz="1000"/>
            </a:lvl8pPr>
            <a:lvl9pPr indent="-292100" lvl="8" marL="4114800">
              <a:lnSpc>
                <a:spcPct val="100000"/>
              </a:lnSpc>
              <a:spcBef>
                <a:spcPts val="800"/>
              </a:spcBef>
              <a:spcAft>
                <a:spcPts val="800"/>
              </a:spcAft>
              <a:buSzPts val="1000"/>
              <a:buChar char="■"/>
              <a:defRPr sz="1000"/>
            </a:lvl9pPr>
          </a:lstStyle>
          <a:p/>
        </p:txBody>
      </p:sp>
      <p:sp>
        <p:nvSpPr>
          <p:cNvPr id="290" name="Google Shape;290;p18"/>
          <p:cNvSpPr txBox="1"/>
          <p:nvPr>
            <p:ph idx="2" type="body"/>
          </p:nvPr>
        </p:nvSpPr>
        <p:spPr>
          <a:xfrm>
            <a:off x="246150" y="2952175"/>
            <a:ext cx="1458000" cy="8121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Urbanist"/>
              <a:buChar char="●"/>
              <a:defRPr sz="1000"/>
            </a:lvl1pPr>
            <a:lvl2pPr indent="-292100" lvl="1" marL="914400">
              <a:spcBef>
                <a:spcPts val="0"/>
              </a:spcBef>
              <a:spcAft>
                <a:spcPts val="0"/>
              </a:spcAft>
              <a:buClr>
                <a:schemeClr val="lt1"/>
              </a:buClr>
              <a:buSzPts val="1000"/>
              <a:buFont typeface="Urbanist"/>
              <a:buChar char="○"/>
              <a:defRPr sz="1000"/>
            </a:lvl2pPr>
            <a:lvl3pPr indent="-292100" lvl="2" marL="1371600">
              <a:spcBef>
                <a:spcPts val="0"/>
              </a:spcBef>
              <a:spcAft>
                <a:spcPts val="0"/>
              </a:spcAft>
              <a:buClr>
                <a:schemeClr val="lt1"/>
              </a:buClr>
              <a:buSzPts val="1000"/>
              <a:buFont typeface="Urbanist"/>
              <a:buChar char="■"/>
              <a:defRPr sz="1000"/>
            </a:lvl3pPr>
            <a:lvl4pPr indent="-292100" lvl="3" marL="1828800">
              <a:spcBef>
                <a:spcPts val="0"/>
              </a:spcBef>
              <a:spcAft>
                <a:spcPts val="0"/>
              </a:spcAft>
              <a:buClr>
                <a:schemeClr val="lt1"/>
              </a:buClr>
              <a:buSzPts val="1000"/>
              <a:buFont typeface="Urbanist"/>
              <a:buChar char="●"/>
              <a:defRPr sz="1000"/>
            </a:lvl4pPr>
            <a:lvl5pPr indent="-292100" lvl="4" marL="2286000">
              <a:spcBef>
                <a:spcPts val="0"/>
              </a:spcBef>
              <a:spcAft>
                <a:spcPts val="0"/>
              </a:spcAft>
              <a:buClr>
                <a:schemeClr val="lt1"/>
              </a:buClr>
              <a:buSzPts val="1000"/>
              <a:buFont typeface="Urbanist"/>
              <a:buChar char="○"/>
              <a:defRPr sz="1000"/>
            </a:lvl5pPr>
            <a:lvl6pPr indent="-292100" lvl="5" marL="2743200">
              <a:spcBef>
                <a:spcPts val="0"/>
              </a:spcBef>
              <a:spcAft>
                <a:spcPts val="0"/>
              </a:spcAft>
              <a:buClr>
                <a:schemeClr val="lt1"/>
              </a:buClr>
              <a:buSzPts val="1000"/>
              <a:buFont typeface="Urbanist"/>
              <a:buChar char="■"/>
              <a:defRPr sz="1000"/>
            </a:lvl6pPr>
            <a:lvl7pPr indent="-292100" lvl="6" marL="3200400">
              <a:spcBef>
                <a:spcPts val="0"/>
              </a:spcBef>
              <a:spcAft>
                <a:spcPts val="0"/>
              </a:spcAft>
              <a:buClr>
                <a:schemeClr val="lt1"/>
              </a:buClr>
              <a:buSzPts val="1000"/>
              <a:buFont typeface="Urbanist"/>
              <a:buChar char="●"/>
              <a:defRPr sz="1000"/>
            </a:lvl7pPr>
            <a:lvl8pPr indent="-292100" lvl="7" marL="3657600">
              <a:spcBef>
                <a:spcPts val="0"/>
              </a:spcBef>
              <a:spcAft>
                <a:spcPts val="0"/>
              </a:spcAft>
              <a:buClr>
                <a:schemeClr val="lt1"/>
              </a:buClr>
              <a:buSzPts val="1000"/>
              <a:buFont typeface="Urbanist"/>
              <a:buChar char="○"/>
              <a:defRPr sz="1000"/>
            </a:lvl8pPr>
            <a:lvl9pPr indent="-292100" lvl="8" marL="4114800">
              <a:spcBef>
                <a:spcPts val="0"/>
              </a:spcBef>
              <a:spcAft>
                <a:spcPts val="0"/>
              </a:spcAft>
              <a:buClr>
                <a:schemeClr val="lt1"/>
              </a:buClr>
              <a:buSzPts val="1000"/>
              <a:buFont typeface="Urbanist"/>
              <a:buChar char="■"/>
              <a:defRPr sz="1000"/>
            </a:lvl9pPr>
          </a:lstStyle>
          <a:p/>
        </p:txBody>
      </p:sp>
      <p:sp>
        <p:nvSpPr>
          <p:cNvPr id="291" name="Google Shape;291;p18"/>
          <p:cNvSpPr txBox="1"/>
          <p:nvPr>
            <p:ph idx="3" type="subTitle"/>
          </p:nvPr>
        </p:nvSpPr>
        <p:spPr>
          <a:xfrm>
            <a:off x="3829950" y="2667925"/>
            <a:ext cx="1339800" cy="1443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1200"/>
              <a:buFont typeface="Urbanist SemiBold"/>
              <a:buNone/>
              <a:defRPr sz="1200">
                <a:latin typeface="Urbanist SemiBold"/>
                <a:ea typeface="Urbanist SemiBold"/>
                <a:cs typeface="Urbanist SemiBold"/>
                <a:sym typeface="Urbanist SemiBold"/>
              </a:defRPr>
            </a:lvl1pPr>
            <a:lvl2pPr lvl="1">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2pPr>
            <a:lvl3pPr lvl="2">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3pPr>
            <a:lvl4pPr lvl="3">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4pPr>
            <a:lvl5pPr lvl="4">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5pPr>
            <a:lvl6pPr lvl="5">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6pPr>
            <a:lvl7pPr lvl="6">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7pPr>
            <a:lvl8pPr lvl="7">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8pPr>
            <a:lvl9pPr lvl="8">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9pPr>
          </a:lstStyle>
          <a:p/>
        </p:txBody>
      </p:sp>
      <p:sp>
        <p:nvSpPr>
          <p:cNvPr id="292" name="Google Shape;292;p18"/>
          <p:cNvSpPr txBox="1"/>
          <p:nvPr>
            <p:ph idx="4" type="body"/>
          </p:nvPr>
        </p:nvSpPr>
        <p:spPr>
          <a:xfrm>
            <a:off x="3848250" y="2952163"/>
            <a:ext cx="1458000" cy="8121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Urbanist"/>
              <a:buChar char="●"/>
              <a:defRPr sz="1000"/>
            </a:lvl1pPr>
            <a:lvl2pPr indent="-292100" lvl="1" marL="914400">
              <a:spcBef>
                <a:spcPts val="0"/>
              </a:spcBef>
              <a:spcAft>
                <a:spcPts val="0"/>
              </a:spcAft>
              <a:buClr>
                <a:schemeClr val="lt1"/>
              </a:buClr>
              <a:buSzPts val="1000"/>
              <a:buFont typeface="Urbanist"/>
              <a:buChar char="○"/>
              <a:defRPr sz="1000"/>
            </a:lvl2pPr>
            <a:lvl3pPr indent="-292100" lvl="2" marL="1371600">
              <a:spcBef>
                <a:spcPts val="0"/>
              </a:spcBef>
              <a:spcAft>
                <a:spcPts val="0"/>
              </a:spcAft>
              <a:buClr>
                <a:schemeClr val="lt1"/>
              </a:buClr>
              <a:buSzPts val="1000"/>
              <a:buFont typeface="Urbanist"/>
              <a:buChar char="■"/>
              <a:defRPr sz="1000"/>
            </a:lvl3pPr>
            <a:lvl4pPr indent="-292100" lvl="3" marL="1828800">
              <a:spcBef>
                <a:spcPts val="0"/>
              </a:spcBef>
              <a:spcAft>
                <a:spcPts val="0"/>
              </a:spcAft>
              <a:buClr>
                <a:schemeClr val="lt1"/>
              </a:buClr>
              <a:buSzPts val="1000"/>
              <a:buFont typeface="Urbanist"/>
              <a:buChar char="●"/>
              <a:defRPr sz="1000"/>
            </a:lvl4pPr>
            <a:lvl5pPr indent="-292100" lvl="4" marL="2286000">
              <a:spcBef>
                <a:spcPts val="0"/>
              </a:spcBef>
              <a:spcAft>
                <a:spcPts val="0"/>
              </a:spcAft>
              <a:buClr>
                <a:schemeClr val="lt1"/>
              </a:buClr>
              <a:buSzPts val="1000"/>
              <a:buFont typeface="Urbanist"/>
              <a:buChar char="○"/>
              <a:defRPr sz="1000"/>
            </a:lvl5pPr>
            <a:lvl6pPr indent="-292100" lvl="5" marL="2743200">
              <a:spcBef>
                <a:spcPts val="0"/>
              </a:spcBef>
              <a:spcAft>
                <a:spcPts val="0"/>
              </a:spcAft>
              <a:buClr>
                <a:schemeClr val="lt1"/>
              </a:buClr>
              <a:buSzPts val="1000"/>
              <a:buFont typeface="Urbanist"/>
              <a:buChar char="■"/>
              <a:defRPr sz="1000"/>
            </a:lvl6pPr>
            <a:lvl7pPr indent="-292100" lvl="6" marL="3200400">
              <a:spcBef>
                <a:spcPts val="0"/>
              </a:spcBef>
              <a:spcAft>
                <a:spcPts val="0"/>
              </a:spcAft>
              <a:buClr>
                <a:schemeClr val="lt1"/>
              </a:buClr>
              <a:buSzPts val="1000"/>
              <a:buFont typeface="Urbanist"/>
              <a:buChar char="●"/>
              <a:defRPr sz="1000"/>
            </a:lvl7pPr>
            <a:lvl8pPr indent="-292100" lvl="7" marL="3657600">
              <a:spcBef>
                <a:spcPts val="0"/>
              </a:spcBef>
              <a:spcAft>
                <a:spcPts val="0"/>
              </a:spcAft>
              <a:buClr>
                <a:schemeClr val="lt1"/>
              </a:buClr>
              <a:buSzPts val="1000"/>
              <a:buFont typeface="Urbanist"/>
              <a:buChar char="○"/>
              <a:defRPr sz="1000"/>
            </a:lvl8pPr>
            <a:lvl9pPr indent="-292100" lvl="8" marL="4114800">
              <a:spcBef>
                <a:spcPts val="0"/>
              </a:spcBef>
              <a:spcAft>
                <a:spcPts val="0"/>
              </a:spcAft>
              <a:buClr>
                <a:schemeClr val="lt1"/>
              </a:buClr>
              <a:buSzPts val="1000"/>
              <a:buFont typeface="Urbanist"/>
              <a:buChar char="■"/>
              <a:defRPr sz="1000"/>
            </a:lvl9pPr>
          </a:lstStyle>
          <a:p/>
        </p:txBody>
      </p:sp>
      <p:sp>
        <p:nvSpPr>
          <p:cNvPr id="293" name="Google Shape;293;p18"/>
          <p:cNvSpPr txBox="1"/>
          <p:nvPr>
            <p:ph idx="5" type="subTitle"/>
          </p:nvPr>
        </p:nvSpPr>
        <p:spPr>
          <a:xfrm>
            <a:off x="2077400" y="4218350"/>
            <a:ext cx="1377600" cy="1443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accent3"/>
              </a:buClr>
              <a:buSzPts val="1000"/>
              <a:buFont typeface="Urbanist"/>
              <a:buNone/>
              <a:defRPr sz="1000">
                <a:solidFill>
                  <a:schemeClr val="accent3"/>
                </a:solidFill>
              </a:defRPr>
            </a:lvl1pPr>
            <a:lvl2pPr lvl="1"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2pPr>
            <a:lvl3pPr lvl="2"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3pPr>
            <a:lvl4pPr lvl="3"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4pPr>
            <a:lvl5pPr lvl="4"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5pPr>
            <a:lvl6pPr lvl="5"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6pPr>
            <a:lvl7pPr lvl="6"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7pPr>
            <a:lvl8pPr lvl="7"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8pPr>
            <a:lvl9pPr lvl="8"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9pPr>
          </a:lstStyle>
          <a:p/>
        </p:txBody>
      </p:sp>
      <p:sp>
        <p:nvSpPr>
          <p:cNvPr id="294" name="Google Shape;294;p18"/>
          <p:cNvSpPr txBox="1"/>
          <p:nvPr>
            <p:ph idx="6" type="body"/>
          </p:nvPr>
        </p:nvSpPr>
        <p:spPr>
          <a:xfrm>
            <a:off x="5634175" y="2952175"/>
            <a:ext cx="1458000" cy="8121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Urbanist"/>
              <a:buChar char="●"/>
              <a:defRPr sz="1000"/>
            </a:lvl1pPr>
            <a:lvl2pPr indent="-292100" lvl="1" marL="914400">
              <a:spcBef>
                <a:spcPts val="0"/>
              </a:spcBef>
              <a:spcAft>
                <a:spcPts val="0"/>
              </a:spcAft>
              <a:buClr>
                <a:schemeClr val="lt1"/>
              </a:buClr>
              <a:buSzPts val="1000"/>
              <a:buFont typeface="Urbanist"/>
              <a:buChar char="○"/>
              <a:defRPr sz="1000"/>
            </a:lvl2pPr>
            <a:lvl3pPr indent="-292100" lvl="2" marL="1371600">
              <a:spcBef>
                <a:spcPts val="0"/>
              </a:spcBef>
              <a:spcAft>
                <a:spcPts val="0"/>
              </a:spcAft>
              <a:buClr>
                <a:schemeClr val="lt1"/>
              </a:buClr>
              <a:buSzPts val="1000"/>
              <a:buFont typeface="Urbanist"/>
              <a:buChar char="■"/>
              <a:defRPr sz="1000"/>
            </a:lvl3pPr>
            <a:lvl4pPr indent="-292100" lvl="3" marL="1828800">
              <a:spcBef>
                <a:spcPts val="0"/>
              </a:spcBef>
              <a:spcAft>
                <a:spcPts val="0"/>
              </a:spcAft>
              <a:buClr>
                <a:schemeClr val="lt1"/>
              </a:buClr>
              <a:buSzPts val="1000"/>
              <a:buFont typeface="Urbanist"/>
              <a:buChar char="●"/>
              <a:defRPr sz="1000"/>
            </a:lvl4pPr>
            <a:lvl5pPr indent="-292100" lvl="4" marL="2286000">
              <a:spcBef>
                <a:spcPts val="0"/>
              </a:spcBef>
              <a:spcAft>
                <a:spcPts val="0"/>
              </a:spcAft>
              <a:buClr>
                <a:schemeClr val="lt1"/>
              </a:buClr>
              <a:buSzPts val="1000"/>
              <a:buFont typeface="Urbanist"/>
              <a:buChar char="○"/>
              <a:defRPr sz="1000"/>
            </a:lvl5pPr>
            <a:lvl6pPr indent="-292100" lvl="5" marL="2743200">
              <a:spcBef>
                <a:spcPts val="0"/>
              </a:spcBef>
              <a:spcAft>
                <a:spcPts val="0"/>
              </a:spcAft>
              <a:buClr>
                <a:schemeClr val="lt1"/>
              </a:buClr>
              <a:buSzPts val="1000"/>
              <a:buFont typeface="Urbanist"/>
              <a:buChar char="■"/>
              <a:defRPr sz="1000"/>
            </a:lvl6pPr>
            <a:lvl7pPr indent="-292100" lvl="6" marL="3200400">
              <a:spcBef>
                <a:spcPts val="0"/>
              </a:spcBef>
              <a:spcAft>
                <a:spcPts val="0"/>
              </a:spcAft>
              <a:buClr>
                <a:schemeClr val="lt1"/>
              </a:buClr>
              <a:buSzPts val="1000"/>
              <a:buFont typeface="Urbanist"/>
              <a:buChar char="●"/>
              <a:defRPr sz="1000"/>
            </a:lvl7pPr>
            <a:lvl8pPr indent="-292100" lvl="7" marL="3657600">
              <a:spcBef>
                <a:spcPts val="0"/>
              </a:spcBef>
              <a:spcAft>
                <a:spcPts val="0"/>
              </a:spcAft>
              <a:buClr>
                <a:schemeClr val="lt1"/>
              </a:buClr>
              <a:buSzPts val="1000"/>
              <a:buFont typeface="Urbanist"/>
              <a:buChar char="○"/>
              <a:defRPr sz="1000"/>
            </a:lvl8pPr>
            <a:lvl9pPr indent="-292100" lvl="8" marL="4114800">
              <a:spcBef>
                <a:spcPts val="0"/>
              </a:spcBef>
              <a:spcAft>
                <a:spcPts val="0"/>
              </a:spcAft>
              <a:buClr>
                <a:schemeClr val="lt1"/>
              </a:buClr>
              <a:buSzPts val="1000"/>
              <a:buFont typeface="Urbanist"/>
              <a:buChar char="■"/>
              <a:defRPr sz="1000"/>
            </a:lvl9pPr>
          </a:lstStyle>
          <a:p/>
        </p:txBody>
      </p:sp>
      <p:sp>
        <p:nvSpPr>
          <p:cNvPr id="295" name="Google Shape;295;p18"/>
          <p:cNvSpPr txBox="1"/>
          <p:nvPr>
            <p:ph idx="7" type="subTitle"/>
          </p:nvPr>
        </p:nvSpPr>
        <p:spPr>
          <a:xfrm>
            <a:off x="320625" y="4675975"/>
            <a:ext cx="27000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296" name="Google Shape;296;p18"/>
          <p:cNvSpPr txBox="1"/>
          <p:nvPr>
            <p:ph idx="8" type="subTitle"/>
          </p:nvPr>
        </p:nvSpPr>
        <p:spPr>
          <a:xfrm>
            <a:off x="4716740" y="4675975"/>
            <a:ext cx="22947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297" name="Google Shape;297;p18"/>
          <p:cNvSpPr txBox="1"/>
          <p:nvPr>
            <p:ph idx="9" type="subTitle"/>
          </p:nvPr>
        </p:nvSpPr>
        <p:spPr>
          <a:xfrm>
            <a:off x="6859200" y="4683725"/>
            <a:ext cx="2056500" cy="228600"/>
          </a:xfrm>
          <a:prstGeom prst="rect">
            <a:avLst/>
          </a:prstGeom>
        </p:spPr>
        <p:txBody>
          <a:bodyPr anchorCtr="0" anchor="b" bIns="0" lIns="0" spcFirstLastPara="1" rIns="0" wrap="square" tIns="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cxnSp>
        <p:nvCxnSpPr>
          <p:cNvPr id="298" name="Google Shape;298;p18"/>
          <p:cNvCxnSpPr/>
          <p:nvPr/>
        </p:nvCxnSpPr>
        <p:spPr>
          <a:xfrm>
            <a:off x="238800" y="4683300"/>
            <a:ext cx="8676900" cy="0"/>
          </a:xfrm>
          <a:prstGeom prst="straightConnector1">
            <a:avLst/>
          </a:prstGeom>
          <a:noFill/>
          <a:ln cap="flat" cmpd="sng" w="9525">
            <a:solidFill>
              <a:schemeClr val="accent1"/>
            </a:solidFill>
            <a:prstDash val="solid"/>
            <a:round/>
            <a:headEnd len="med" w="med" type="none"/>
            <a:tailEnd len="med" w="med" type="none"/>
          </a:ln>
        </p:spPr>
      </p:cxnSp>
      <p:sp>
        <p:nvSpPr>
          <p:cNvPr id="299" name="Google Shape;299;p18"/>
          <p:cNvSpPr txBox="1"/>
          <p:nvPr>
            <p:ph type="title"/>
          </p:nvPr>
        </p:nvSpPr>
        <p:spPr>
          <a:xfrm>
            <a:off x="228600" y="613525"/>
            <a:ext cx="6841500" cy="753000"/>
          </a:xfrm>
          <a:prstGeom prst="rect">
            <a:avLst/>
          </a:prstGeom>
        </p:spPr>
        <p:txBody>
          <a:bodyPr anchorCtr="0" anchor="t" bIns="91425" lIns="0" spcFirstLastPara="1" rIns="91425" wrap="square" tIns="0">
            <a:spAutoFit/>
          </a:bodyPr>
          <a:lstStyle>
            <a:lvl1pPr lvl="0">
              <a:lnSpc>
                <a:spcPct val="85000"/>
              </a:lnSpc>
              <a:spcBef>
                <a:spcPts val="0"/>
              </a:spcBef>
              <a:spcAft>
                <a:spcPts val="0"/>
              </a:spcAft>
              <a:buNone/>
              <a:defRPr sz="3400">
                <a:solidFill>
                  <a:schemeClr val="dk2"/>
                </a:solidFill>
              </a:defRPr>
            </a:lvl1pPr>
            <a:lvl2pPr lvl="1">
              <a:lnSpc>
                <a:spcPct val="85000"/>
              </a:lnSpc>
              <a:spcBef>
                <a:spcPts val="0"/>
              </a:spcBef>
              <a:spcAft>
                <a:spcPts val="0"/>
              </a:spcAft>
              <a:buNone/>
              <a:defRPr sz="3600">
                <a:solidFill>
                  <a:schemeClr val="dk2"/>
                </a:solidFill>
              </a:defRPr>
            </a:lvl2pPr>
            <a:lvl3pPr lvl="2">
              <a:lnSpc>
                <a:spcPct val="85000"/>
              </a:lnSpc>
              <a:spcBef>
                <a:spcPts val="0"/>
              </a:spcBef>
              <a:spcAft>
                <a:spcPts val="0"/>
              </a:spcAft>
              <a:buNone/>
              <a:defRPr sz="3600">
                <a:solidFill>
                  <a:schemeClr val="dk2"/>
                </a:solidFill>
              </a:defRPr>
            </a:lvl3pPr>
            <a:lvl4pPr lvl="3">
              <a:lnSpc>
                <a:spcPct val="85000"/>
              </a:lnSpc>
              <a:spcBef>
                <a:spcPts val="0"/>
              </a:spcBef>
              <a:spcAft>
                <a:spcPts val="0"/>
              </a:spcAft>
              <a:buNone/>
              <a:defRPr sz="3600">
                <a:solidFill>
                  <a:schemeClr val="dk2"/>
                </a:solidFill>
              </a:defRPr>
            </a:lvl4pPr>
            <a:lvl5pPr lvl="4">
              <a:lnSpc>
                <a:spcPct val="85000"/>
              </a:lnSpc>
              <a:spcBef>
                <a:spcPts val="0"/>
              </a:spcBef>
              <a:spcAft>
                <a:spcPts val="0"/>
              </a:spcAft>
              <a:buNone/>
              <a:defRPr sz="3600">
                <a:solidFill>
                  <a:schemeClr val="dk2"/>
                </a:solidFill>
              </a:defRPr>
            </a:lvl5pPr>
            <a:lvl6pPr lvl="5">
              <a:lnSpc>
                <a:spcPct val="85000"/>
              </a:lnSpc>
              <a:spcBef>
                <a:spcPts val="0"/>
              </a:spcBef>
              <a:spcAft>
                <a:spcPts val="0"/>
              </a:spcAft>
              <a:buNone/>
              <a:defRPr sz="3600">
                <a:solidFill>
                  <a:schemeClr val="dk2"/>
                </a:solidFill>
              </a:defRPr>
            </a:lvl6pPr>
            <a:lvl7pPr lvl="6">
              <a:lnSpc>
                <a:spcPct val="85000"/>
              </a:lnSpc>
              <a:spcBef>
                <a:spcPts val="0"/>
              </a:spcBef>
              <a:spcAft>
                <a:spcPts val="0"/>
              </a:spcAft>
              <a:buNone/>
              <a:defRPr sz="3600">
                <a:solidFill>
                  <a:schemeClr val="dk2"/>
                </a:solidFill>
              </a:defRPr>
            </a:lvl7pPr>
            <a:lvl8pPr lvl="7">
              <a:lnSpc>
                <a:spcPct val="85000"/>
              </a:lnSpc>
              <a:spcBef>
                <a:spcPts val="0"/>
              </a:spcBef>
              <a:spcAft>
                <a:spcPts val="0"/>
              </a:spcAft>
              <a:buNone/>
              <a:defRPr sz="3600">
                <a:solidFill>
                  <a:schemeClr val="dk2"/>
                </a:solidFill>
              </a:defRPr>
            </a:lvl8pPr>
            <a:lvl9pPr lvl="8">
              <a:lnSpc>
                <a:spcPct val="85000"/>
              </a:lnSpc>
              <a:spcBef>
                <a:spcPts val="0"/>
              </a:spcBef>
              <a:spcAft>
                <a:spcPts val="0"/>
              </a:spcAft>
              <a:buNone/>
              <a:defRPr sz="3600">
                <a:solidFill>
                  <a:schemeClr val="dk2"/>
                </a:solidFill>
              </a:defRPr>
            </a:lvl9pPr>
          </a:lstStyle>
          <a:p/>
        </p:txBody>
      </p:sp>
      <p:sp>
        <p:nvSpPr>
          <p:cNvPr id="300" name="Google Shape;300;p18"/>
          <p:cNvSpPr txBox="1"/>
          <p:nvPr>
            <p:ph idx="13" type="subTitle"/>
          </p:nvPr>
        </p:nvSpPr>
        <p:spPr>
          <a:xfrm>
            <a:off x="277500" y="4218350"/>
            <a:ext cx="1377600" cy="1443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dk1"/>
              </a:buClr>
              <a:buSzPts val="1000"/>
              <a:buFont typeface="Urbanist"/>
              <a:buNone/>
              <a:defRPr sz="1000">
                <a:solidFill>
                  <a:schemeClr val="dk1"/>
                </a:solidFill>
              </a:defRPr>
            </a:lvl1pPr>
            <a:lvl2pPr lvl="1"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2pPr>
            <a:lvl3pPr lvl="2"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3pPr>
            <a:lvl4pPr lvl="3"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4pPr>
            <a:lvl5pPr lvl="4"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5pPr>
            <a:lvl6pPr lvl="5"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6pPr>
            <a:lvl7pPr lvl="6"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7pPr>
            <a:lvl8pPr lvl="7"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8pPr>
            <a:lvl9pPr lvl="8"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9pPr>
          </a:lstStyle>
          <a:p/>
        </p:txBody>
      </p:sp>
      <p:sp>
        <p:nvSpPr>
          <p:cNvPr id="301" name="Google Shape;301;p18"/>
          <p:cNvSpPr txBox="1"/>
          <p:nvPr>
            <p:ph idx="14" type="subTitle"/>
          </p:nvPr>
        </p:nvSpPr>
        <p:spPr>
          <a:xfrm>
            <a:off x="3877300" y="4218350"/>
            <a:ext cx="1377600" cy="1443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accent3"/>
              </a:buClr>
              <a:buSzPts val="1000"/>
              <a:buFont typeface="Urbanist"/>
              <a:buNone/>
              <a:defRPr sz="1000">
                <a:solidFill>
                  <a:schemeClr val="accent3"/>
                </a:solidFill>
              </a:defRPr>
            </a:lvl1pPr>
            <a:lvl2pPr lvl="1"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2pPr>
            <a:lvl3pPr lvl="2"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3pPr>
            <a:lvl4pPr lvl="3"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4pPr>
            <a:lvl5pPr lvl="4"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5pPr>
            <a:lvl6pPr lvl="5"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6pPr>
            <a:lvl7pPr lvl="6"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7pPr>
            <a:lvl8pPr lvl="7"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8pPr>
            <a:lvl9pPr lvl="8"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9pPr>
          </a:lstStyle>
          <a:p/>
        </p:txBody>
      </p:sp>
      <p:sp>
        <p:nvSpPr>
          <p:cNvPr id="302" name="Google Shape;302;p18"/>
          <p:cNvSpPr txBox="1"/>
          <p:nvPr>
            <p:ph idx="15" type="subTitle"/>
          </p:nvPr>
        </p:nvSpPr>
        <p:spPr>
          <a:xfrm>
            <a:off x="5677200" y="4218350"/>
            <a:ext cx="1377600" cy="1443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accent3"/>
              </a:buClr>
              <a:buSzPts val="1000"/>
              <a:buFont typeface="Urbanist"/>
              <a:buNone/>
              <a:defRPr sz="1000">
                <a:solidFill>
                  <a:schemeClr val="accent3"/>
                </a:solidFill>
              </a:defRPr>
            </a:lvl1pPr>
            <a:lvl2pPr lvl="1"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2pPr>
            <a:lvl3pPr lvl="2"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3pPr>
            <a:lvl4pPr lvl="3"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4pPr>
            <a:lvl5pPr lvl="4"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5pPr>
            <a:lvl6pPr lvl="5"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6pPr>
            <a:lvl7pPr lvl="6"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7pPr>
            <a:lvl8pPr lvl="7"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8pPr>
            <a:lvl9pPr lvl="8"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9pPr>
          </a:lstStyle>
          <a:p/>
        </p:txBody>
      </p:sp>
      <p:sp>
        <p:nvSpPr>
          <p:cNvPr id="303" name="Google Shape;303;p18"/>
          <p:cNvSpPr txBox="1"/>
          <p:nvPr>
            <p:ph idx="16" type="subTitle"/>
          </p:nvPr>
        </p:nvSpPr>
        <p:spPr>
          <a:xfrm>
            <a:off x="7477100" y="4218350"/>
            <a:ext cx="1377600" cy="1443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accent3"/>
              </a:buClr>
              <a:buSzPts val="1000"/>
              <a:buFont typeface="Urbanist"/>
              <a:buNone/>
              <a:defRPr sz="1000">
                <a:solidFill>
                  <a:schemeClr val="accent3"/>
                </a:solidFill>
              </a:defRPr>
            </a:lvl1pPr>
            <a:lvl2pPr lvl="1"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2pPr>
            <a:lvl3pPr lvl="2"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3pPr>
            <a:lvl4pPr lvl="3"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4pPr>
            <a:lvl5pPr lvl="4"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5pPr>
            <a:lvl6pPr lvl="5"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6pPr>
            <a:lvl7pPr lvl="6"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7pPr>
            <a:lvl8pPr lvl="7"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8pPr>
            <a:lvl9pPr lvl="8"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9pPr>
          </a:lstStyle>
          <a:p/>
        </p:txBody>
      </p:sp>
      <p:sp>
        <p:nvSpPr>
          <p:cNvPr id="304" name="Google Shape;304;p18"/>
          <p:cNvSpPr txBox="1"/>
          <p:nvPr>
            <p:ph idx="17" type="subTitle"/>
          </p:nvPr>
        </p:nvSpPr>
        <p:spPr>
          <a:xfrm>
            <a:off x="238800" y="2667925"/>
            <a:ext cx="1339800" cy="144300"/>
          </a:xfrm>
          <a:prstGeom prst="rect">
            <a:avLst/>
          </a:prstGeom>
        </p:spPr>
        <p:txBody>
          <a:bodyPr anchorCtr="0" anchor="t" bIns="91425" lIns="0" spcFirstLastPara="1" rIns="91425" wrap="square" tIns="0">
            <a:noAutofit/>
          </a:bodyPr>
          <a:lstStyle>
            <a:lvl1pPr lvl="0">
              <a:spcBef>
                <a:spcPts val="0"/>
              </a:spcBef>
              <a:spcAft>
                <a:spcPts val="0"/>
              </a:spcAft>
              <a:buClr>
                <a:schemeClr val="accent3"/>
              </a:buClr>
              <a:buSzPts val="1200"/>
              <a:buFont typeface="Urbanist"/>
              <a:buNone/>
              <a:defRPr b="1" sz="1200">
                <a:solidFill>
                  <a:schemeClr val="accent3"/>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05" name="Google Shape;305;p18"/>
          <p:cNvSpPr txBox="1"/>
          <p:nvPr>
            <p:ph idx="18" type="subTitle"/>
          </p:nvPr>
        </p:nvSpPr>
        <p:spPr>
          <a:xfrm>
            <a:off x="2034375" y="2667925"/>
            <a:ext cx="1339800" cy="1443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1200"/>
              <a:buFont typeface="Urbanist SemiBold"/>
              <a:buNone/>
              <a:defRPr sz="1200">
                <a:latin typeface="Urbanist SemiBold"/>
                <a:ea typeface="Urbanist SemiBold"/>
                <a:cs typeface="Urbanist SemiBold"/>
                <a:sym typeface="Urbanist SemiBold"/>
              </a:defRPr>
            </a:lvl1pPr>
            <a:lvl2pPr lvl="1">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2pPr>
            <a:lvl3pPr lvl="2">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3pPr>
            <a:lvl4pPr lvl="3">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4pPr>
            <a:lvl5pPr lvl="4">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5pPr>
            <a:lvl6pPr lvl="5">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6pPr>
            <a:lvl7pPr lvl="6">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7pPr>
            <a:lvl8pPr lvl="7">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8pPr>
            <a:lvl9pPr lvl="8">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9pPr>
          </a:lstStyle>
          <a:p/>
        </p:txBody>
      </p:sp>
      <p:sp>
        <p:nvSpPr>
          <p:cNvPr id="306" name="Google Shape;306;p18"/>
          <p:cNvSpPr txBox="1"/>
          <p:nvPr>
            <p:ph idx="19" type="subTitle"/>
          </p:nvPr>
        </p:nvSpPr>
        <p:spPr>
          <a:xfrm>
            <a:off x="5645375" y="2667925"/>
            <a:ext cx="1339800" cy="1443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1200"/>
              <a:buFont typeface="Urbanist SemiBold"/>
              <a:buNone/>
              <a:defRPr sz="1200">
                <a:latin typeface="Urbanist SemiBold"/>
                <a:ea typeface="Urbanist SemiBold"/>
                <a:cs typeface="Urbanist SemiBold"/>
                <a:sym typeface="Urbanist SemiBold"/>
              </a:defRPr>
            </a:lvl1pPr>
            <a:lvl2pPr lvl="1">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2pPr>
            <a:lvl3pPr lvl="2">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3pPr>
            <a:lvl4pPr lvl="3">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4pPr>
            <a:lvl5pPr lvl="4">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5pPr>
            <a:lvl6pPr lvl="5">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6pPr>
            <a:lvl7pPr lvl="6">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7pPr>
            <a:lvl8pPr lvl="7">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8pPr>
            <a:lvl9pPr lvl="8">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9pPr>
          </a:lstStyle>
          <a:p/>
        </p:txBody>
      </p:sp>
      <p:sp>
        <p:nvSpPr>
          <p:cNvPr id="307" name="Google Shape;307;p18"/>
          <p:cNvSpPr txBox="1"/>
          <p:nvPr>
            <p:ph idx="20" type="subTitle"/>
          </p:nvPr>
        </p:nvSpPr>
        <p:spPr>
          <a:xfrm>
            <a:off x="7460789" y="2667925"/>
            <a:ext cx="1339800" cy="1443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1200"/>
              <a:buFont typeface="Urbanist SemiBold"/>
              <a:buNone/>
              <a:defRPr sz="1200">
                <a:latin typeface="Urbanist SemiBold"/>
                <a:ea typeface="Urbanist SemiBold"/>
                <a:cs typeface="Urbanist SemiBold"/>
                <a:sym typeface="Urbanist SemiBold"/>
              </a:defRPr>
            </a:lvl1pPr>
            <a:lvl2pPr lvl="1">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2pPr>
            <a:lvl3pPr lvl="2">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3pPr>
            <a:lvl4pPr lvl="3">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4pPr>
            <a:lvl5pPr lvl="4">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5pPr>
            <a:lvl6pPr lvl="5">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6pPr>
            <a:lvl7pPr lvl="6">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7pPr>
            <a:lvl8pPr lvl="7">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8pPr>
            <a:lvl9pPr lvl="8">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9pPr>
          </a:lstStyle>
          <a:p/>
        </p:txBody>
      </p:sp>
      <p:sp>
        <p:nvSpPr>
          <p:cNvPr id="308" name="Google Shape;308;p18"/>
          <p:cNvSpPr txBox="1"/>
          <p:nvPr>
            <p:ph idx="21" type="subTitle"/>
          </p:nvPr>
        </p:nvSpPr>
        <p:spPr>
          <a:xfrm>
            <a:off x="372900" y="2029450"/>
            <a:ext cx="314100" cy="338700"/>
          </a:xfrm>
          <a:prstGeom prst="rect">
            <a:avLst/>
          </a:prstGeom>
        </p:spPr>
        <p:txBody>
          <a:bodyPr anchorCtr="0" anchor="t" bIns="0" lIns="0" spcFirstLastPara="1" rIns="0" wrap="square" tIns="0">
            <a:noAutofit/>
          </a:bodyPr>
          <a:lstStyle>
            <a:lvl1pPr lvl="0" algn="ctr">
              <a:spcBef>
                <a:spcPts val="0"/>
              </a:spcBef>
              <a:spcAft>
                <a:spcPts val="0"/>
              </a:spcAft>
              <a:buClr>
                <a:schemeClr val="dk1"/>
              </a:buClr>
              <a:buSzPts val="1600"/>
              <a:buFont typeface="Urbanist"/>
              <a:buNone/>
              <a:defRPr b="1">
                <a:solidFill>
                  <a:schemeClr val="dk1"/>
                </a:solidFill>
              </a:defRPr>
            </a:lvl1pPr>
            <a:lvl2pPr lvl="1" algn="ctr">
              <a:spcBef>
                <a:spcPts val="0"/>
              </a:spcBef>
              <a:spcAft>
                <a:spcPts val="0"/>
              </a:spcAft>
              <a:buSzPts val="1600"/>
              <a:buNone/>
              <a:defRPr sz="1600"/>
            </a:lvl2pPr>
            <a:lvl3pPr lvl="2" algn="ctr">
              <a:spcBef>
                <a:spcPts val="0"/>
              </a:spcBef>
              <a:spcAft>
                <a:spcPts val="0"/>
              </a:spcAft>
              <a:buSzPts val="1600"/>
              <a:buNone/>
              <a:defRPr sz="1600"/>
            </a:lvl3pPr>
            <a:lvl4pPr lvl="3" algn="ctr">
              <a:spcBef>
                <a:spcPts val="0"/>
              </a:spcBef>
              <a:spcAft>
                <a:spcPts val="0"/>
              </a:spcAft>
              <a:buSzPts val="1600"/>
              <a:buNone/>
              <a:defRPr sz="1600"/>
            </a:lvl4pPr>
            <a:lvl5pPr lvl="4" algn="ctr">
              <a:spcBef>
                <a:spcPts val="0"/>
              </a:spcBef>
              <a:spcAft>
                <a:spcPts val="0"/>
              </a:spcAft>
              <a:buSzPts val="1600"/>
              <a:buNone/>
              <a:defRPr sz="1600"/>
            </a:lvl5pPr>
            <a:lvl6pPr lvl="5" algn="ctr">
              <a:spcBef>
                <a:spcPts val="0"/>
              </a:spcBef>
              <a:spcAft>
                <a:spcPts val="0"/>
              </a:spcAft>
              <a:buSzPts val="1600"/>
              <a:buNone/>
              <a:defRPr sz="1600"/>
            </a:lvl6pPr>
            <a:lvl7pPr lvl="6" algn="ctr">
              <a:spcBef>
                <a:spcPts val="0"/>
              </a:spcBef>
              <a:spcAft>
                <a:spcPts val="0"/>
              </a:spcAft>
              <a:buSzPts val="1600"/>
              <a:buNone/>
              <a:defRPr sz="1600"/>
            </a:lvl7pPr>
            <a:lvl8pPr lvl="7" algn="ctr">
              <a:spcBef>
                <a:spcPts val="0"/>
              </a:spcBef>
              <a:spcAft>
                <a:spcPts val="0"/>
              </a:spcAft>
              <a:buSzPts val="1600"/>
              <a:buNone/>
              <a:defRPr sz="1600"/>
            </a:lvl8pPr>
            <a:lvl9pPr lvl="8" algn="ctr">
              <a:spcBef>
                <a:spcPts val="0"/>
              </a:spcBef>
              <a:spcAft>
                <a:spcPts val="0"/>
              </a:spcAft>
              <a:buSzPts val="1600"/>
              <a:buNone/>
              <a:defRPr sz="1600"/>
            </a:lvl9pPr>
          </a:lstStyle>
          <a:p/>
        </p:txBody>
      </p:sp>
      <p:sp>
        <p:nvSpPr>
          <p:cNvPr id="309" name="Google Shape;309;p18"/>
          <p:cNvSpPr txBox="1"/>
          <p:nvPr>
            <p:ph idx="22" type="subTitle"/>
          </p:nvPr>
        </p:nvSpPr>
        <p:spPr>
          <a:xfrm>
            <a:off x="2178663" y="2027390"/>
            <a:ext cx="314100" cy="338700"/>
          </a:xfrm>
          <a:prstGeom prst="rect">
            <a:avLst/>
          </a:prstGeom>
        </p:spPr>
        <p:txBody>
          <a:bodyPr anchorCtr="0" anchor="t" bIns="0" lIns="0" spcFirstLastPara="1" rIns="0" wrap="square" tIns="0">
            <a:noAutofit/>
          </a:bodyPr>
          <a:lstStyle>
            <a:lvl1pPr lvl="0" algn="ctr">
              <a:spcBef>
                <a:spcPts val="0"/>
              </a:spcBef>
              <a:spcAft>
                <a:spcPts val="0"/>
              </a:spcAft>
              <a:buClr>
                <a:schemeClr val="accent3"/>
              </a:buClr>
              <a:buSzPts val="1600"/>
              <a:buFont typeface="Urbanist"/>
              <a:buNone/>
              <a:defRPr b="1">
                <a:solidFill>
                  <a:schemeClr val="accent3"/>
                </a:solidFill>
              </a:defRPr>
            </a:lvl1pPr>
            <a:lvl2pPr lvl="1" algn="ctr">
              <a:spcBef>
                <a:spcPts val="0"/>
              </a:spcBef>
              <a:spcAft>
                <a:spcPts val="0"/>
              </a:spcAft>
              <a:buClr>
                <a:schemeClr val="accent3"/>
              </a:buClr>
              <a:buSzPts val="1600"/>
              <a:buNone/>
              <a:defRPr b="1" sz="1600">
                <a:solidFill>
                  <a:schemeClr val="accent3"/>
                </a:solidFill>
              </a:defRPr>
            </a:lvl2pPr>
            <a:lvl3pPr lvl="2" algn="ctr">
              <a:spcBef>
                <a:spcPts val="0"/>
              </a:spcBef>
              <a:spcAft>
                <a:spcPts val="0"/>
              </a:spcAft>
              <a:buClr>
                <a:schemeClr val="accent3"/>
              </a:buClr>
              <a:buSzPts val="1600"/>
              <a:buNone/>
              <a:defRPr b="1" sz="1600">
                <a:solidFill>
                  <a:schemeClr val="accent3"/>
                </a:solidFill>
              </a:defRPr>
            </a:lvl3pPr>
            <a:lvl4pPr lvl="3" algn="ctr">
              <a:spcBef>
                <a:spcPts val="0"/>
              </a:spcBef>
              <a:spcAft>
                <a:spcPts val="0"/>
              </a:spcAft>
              <a:buClr>
                <a:schemeClr val="accent3"/>
              </a:buClr>
              <a:buSzPts val="1600"/>
              <a:buNone/>
              <a:defRPr b="1" sz="1600">
                <a:solidFill>
                  <a:schemeClr val="accent3"/>
                </a:solidFill>
              </a:defRPr>
            </a:lvl4pPr>
            <a:lvl5pPr lvl="4" algn="ctr">
              <a:spcBef>
                <a:spcPts val="0"/>
              </a:spcBef>
              <a:spcAft>
                <a:spcPts val="0"/>
              </a:spcAft>
              <a:buClr>
                <a:schemeClr val="accent3"/>
              </a:buClr>
              <a:buSzPts val="1600"/>
              <a:buNone/>
              <a:defRPr b="1" sz="1600">
                <a:solidFill>
                  <a:schemeClr val="accent3"/>
                </a:solidFill>
              </a:defRPr>
            </a:lvl5pPr>
            <a:lvl6pPr lvl="5" algn="ctr">
              <a:spcBef>
                <a:spcPts val="0"/>
              </a:spcBef>
              <a:spcAft>
                <a:spcPts val="0"/>
              </a:spcAft>
              <a:buClr>
                <a:schemeClr val="accent3"/>
              </a:buClr>
              <a:buSzPts val="1600"/>
              <a:buNone/>
              <a:defRPr b="1" sz="1600">
                <a:solidFill>
                  <a:schemeClr val="accent3"/>
                </a:solidFill>
              </a:defRPr>
            </a:lvl6pPr>
            <a:lvl7pPr lvl="6" algn="ctr">
              <a:spcBef>
                <a:spcPts val="0"/>
              </a:spcBef>
              <a:spcAft>
                <a:spcPts val="0"/>
              </a:spcAft>
              <a:buClr>
                <a:schemeClr val="accent3"/>
              </a:buClr>
              <a:buSzPts val="1600"/>
              <a:buNone/>
              <a:defRPr b="1" sz="1600">
                <a:solidFill>
                  <a:schemeClr val="accent3"/>
                </a:solidFill>
              </a:defRPr>
            </a:lvl7pPr>
            <a:lvl8pPr lvl="7" algn="ctr">
              <a:spcBef>
                <a:spcPts val="0"/>
              </a:spcBef>
              <a:spcAft>
                <a:spcPts val="0"/>
              </a:spcAft>
              <a:buClr>
                <a:schemeClr val="accent3"/>
              </a:buClr>
              <a:buSzPts val="1600"/>
              <a:buNone/>
              <a:defRPr b="1" sz="1600">
                <a:solidFill>
                  <a:schemeClr val="accent3"/>
                </a:solidFill>
              </a:defRPr>
            </a:lvl8pPr>
            <a:lvl9pPr lvl="8" algn="ctr">
              <a:spcBef>
                <a:spcPts val="0"/>
              </a:spcBef>
              <a:spcAft>
                <a:spcPts val="0"/>
              </a:spcAft>
              <a:buClr>
                <a:schemeClr val="accent3"/>
              </a:buClr>
              <a:buSzPts val="1600"/>
              <a:buNone/>
              <a:defRPr b="1" sz="1600">
                <a:solidFill>
                  <a:schemeClr val="accent3"/>
                </a:solidFill>
              </a:defRPr>
            </a:lvl9pPr>
          </a:lstStyle>
          <a:p/>
        </p:txBody>
      </p:sp>
      <p:sp>
        <p:nvSpPr>
          <p:cNvPr id="310" name="Google Shape;310;p18"/>
          <p:cNvSpPr txBox="1"/>
          <p:nvPr>
            <p:ph idx="23" type="subTitle"/>
          </p:nvPr>
        </p:nvSpPr>
        <p:spPr>
          <a:xfrm>
            <a:off x="3974250" y="2027390"/>
            <a:ext cx="314100" cy="338700"/>
          </a:xfrm>
          <a:prstGeom prst="rect">
            <a:avLst/>
          </a:prstGeom>
        </p:spPr>
        <p:txBody>
          <a:bodyPr anchorCtr="0" anchor="t" bIns="0" lIns="0" spcFirstLastPara="1" rIns="0" wrap="square" tIns="0">
            <a:noAutofit/>
          </a:bodyPr>
          <a:lstStyle>
            <a:lvl1pPr lvl="0" algn="ctr">
              <a:spcBef>
                <a:spcPts val="0"/>
              </a:spcBef>
              <a:spcAft>
                <a:spcPts val="0"/>
              </a:spcAft>
              <a:buClr>
                <a:schemeClr val="accent3"/>
              </a:buClr>
              <a:buSzPts val="1600"/>
              <a:buFont typeface="Urbanist"/>
              <a:buNone/>
              <a:defRPr b="1">
                <a:solidFill>
                  <a:schemeClr val="accent3"/>
                </a:solidFill>
              </a:defRPr>
            </a:lvl1pPr>
            <a:lvl2pPr lvl="1" algn="ctr">
              <a:spcBef>
                <a:spcPts val="0"/>
              </a:spcBef>
              <a:spcAft>
                <a:spcPts val="0"/>
              </a:spcAft>
              <a:buClr>
                <a:schemeClr val="accent3"/>
              </a:buClr>
              <a:buSzPts val="1600"/>
              <a:buNone/>
              <a:defRPr b="1" sz="1600">
                <a:solidFill>
                  <a:schemeClr val="accent3"/>
                </a:solidFill>
              </a:defRPr>
            </a:lvl2pPr>
            <a:lvl3pPr lvl="2" algn="ctr">
              <a:spcBef>
                <a:spcPts val="0"/>
              </a:spcBef>
              <a:spcAft>
                <a:spcPts val="0"/>
              </a:spcAft>
              <a:buClr>
                <a:schemeClr val="accent3"/>
              </a:buClr>
              <a:buSzPts val="1600"/>
              <a:buNone/>
              <a:defRPr b="1" sz="1600">
                <a:solidFill>
                  <a:schemeClr val="accent3"/>
                </a:solidFill>
              </a:defRPr>
            </a:lvl3pPr>
            <a:lvl4pPr lvl="3" algn="ctr">
              <a:spcBef>
                <a:spcPts val="0"/>
              </a:spcBef>
              <a:spcAft>
                <a:spcPts val="0"/>
              </a:spcAft>
              <a:buClr>
                <a:schemeClr val="accent3"/>
              </a:buClr>
              <a:buSzPts val="1600"/>
              <a:buNone/>
              <a:defRPr b="1" sz="1600">
                <a:solidFill>
                  <a:schemeClr val="accent3"/>
                </a:solidFill>
              </a:defRPr>
            </a:lvl4pPr>
            <a:lvl5pPr lvl="4" algn="ctr">
              <a:spcBef>
                <a:spcPts val="0"/>
              </a:spcBef>
              <a:spcAft>
                <a:spcPts val="0"/>
              </a:spcAft>
              <a:buClr>
                <a:schemeClr val="accent3"/>
              </a:buClr>
              <a:buSzPts val="1600"/>
              <a:buNone/>
              <a:defRPr b="1" sz="1600">
                <a:solidFill>
                  <a:schemeClr val="accent3"/>
                </a:solidFill>
              </a:defRPr>
            </a:lvl5pPr>
            <a:lvl6pPr lvl="5" algn="ctr">
              <a:spcBef>
                <a:spcPts val="0"/>
              </a:spcBef>
              <a:spcAft>
                <a:spcPts val="0"/>
              </a:spcAft>
              <a:buClr>
                <a:schemeClr val="accent3"/>
              </a:buClr>
              <a:buSzPts val="1600"/>
              <a:buNone/>
              <a:defRPr b="1" sz="1600">
                <a:solidFill>
                  <a:schemeClr val="accent3"/>
                </a:solidFill>
              </a:defRPr>
            </a:lvl6pPr>
            <a:lvl7pPr lvl="6" algn="ctr">
              <a:spcBef>
                <a:spcPts val="0"/>
              </a:spcBef>
              <a:spcAft>
                <a:spcPts val="0"/>
              </a:spcAft>
              <a:buClr>
                <a:schemeClr val="accent3"/>
              </a:buClr>
              <a:buSzPts val="1600"/>
              <a:buNone/>
              <a:defRPr b="1" sz="1600">
                <a:solidFill>
                  <a:schemeClr val="accent3"/>
                </a:solidFill>
              </a:defRPr>
            </a:lvl7pPr>
            <a:lvl8pPr lvl="7" algn="ctr">
              <a:spcBef>
                <a:spcPts val="0"/>
              </a:spcBef>
              <a:spcAft>
                <a:spcPts val="0"/>
              </a:spcAft>
              <a:buClr>
                <a:schemeClr val="accent3"/>
              </a:buClr>
              <a:buSzPts val="1600"/>
              <a:buNone/>
              <a:defRPr b="1" sz="1600">
                <a:solidFill>
                  <a:schemeClr val="accent3"/>
                </a:solidFill>
              </a:defRPr>
            </a:lvl8pPr>
            <a:lvl9pPr lvl="8" algn="ctr">
              <a:spcBef>
                <a:spcPts val="0"/>
              </a:spcBef>
              <a:spcAft>
                <a:spcPts val="0"/>
              </a:spcAft>
              <a:buClr>
                <a:schemeClr val="accent3"/>
              </a:buClr>
              <a:buSzPts val="1600"/>
              <a:buNone/>
              <a:defRPr b="1" sz="1600">
                <a:solidFill>
                  <a:schemeClr val="accent3"/>
                </a:solidFill>
              </a:defRPr>
            </a:lvl9pPr>
          </a:lstStyle>
          <a:p/>
        </p:txBody>
      </p:sp>
      <p:sp>
        <p:nvSpPr>
          <p:cNvPr id="311" name="Google Shape;311;p18"/>
          <p:cNvSpPr txBox="1"/>
          <p:nvPr>
            <p:ph idx="24" type="subTitle"/>
          </p:nvPr>
        </p:nvSpPr>
        <p:spPr>
          <a:xfrm>
            <a:off x="5789675" y="2027390"/>
            <a:ext cx="314100" cy="338700"/>
          </a:xfrm>
          <a:prstGeom prst="rect">
            <a:avLst/>
          </a:prstGeom>
        </p:spPr>
        <p:txBody>
          <a:bodyPr anchorCtr="0" anchor="t" bIns="0" lIns="0" spcFirstLastPara="1" rIns="0" wrap="square" tIns="0">
            <a:noAutofit/>
          </a:bodyPr>
          <a:lstStyle>
            <a:lvl1pPr lvl="0" algn="ctr">
              <a:spcBef>
                <a:spcPts val="0"/>
              </a:spcBef>
              <a:spcAft>
                <a:spcPts val="0"/>
              </a:spcAft>
              <a:buClr>
                <a:schemeClr val="accent3"/>
              </a:buClr>
              <a:buSzPts val="1600"/>
              <a:buFont typeface="Urbanist"/>
              <a:buNone/>
              <a:defRPr b="1">
                <a:solidFill>
                  <a:schemeClr val="accent3"/>
                </a:solidFill>
              </a:defRPr>
            </a:lvl1pPr>
            <a:lvl2pPr lvl="1" algn="ctr">
              <a:spcBef>
                <a:spcPts val="0"/>
              </a:spcBef>
              <a:spcAft>
                <a:spcPts val="0"/>
              </a:spcAft>
              <a:buClr>
                <a:schemeClr val="accent3"/>
              </a:buClr>
              <a:buSzPts val="1600"/>
              <a:buNone/>
              <a:defRPr b="1" sz="1600">
                <a:solidFill>
                  <a:schemeClr val="accent3"/>
                </a:solidFill>
              </a:defRPr>
            </a:lvl2pPr>
            <a:lvl3pPr lvl="2" algn="ctr">
              <a:spcBef>
                <a:spcPts val="0"/>
              </a:spcBef>
              <a:spcAft>
                <a:spcPts val="0"/>
              </a:spcAft>
              <a:buClr>
                <a:schemeClr val="accent3"/>
              </a:buClr>
              <a:buSzPts val="1600"/>
              <a:buNone/>
              <a:defRPr b="1" sz="1600">
                <a:solidFill>
                  <a:schemeClr val="accent3"/>
                </a:solidFill>
              </a:defRPr>
            </a:lvl3pPr>
            <a:lvl4pPr lvl="3" algn="ctr">
              <a:spcBef>
                <a:spcPts val="0"/>
              </a:spcBef>
              <a:spcAft>
                <a:spcPts val="0"/>
              </a:spcAft>
              <a:buClr>
                <a:schemeClr val="accent3"/>
              </a:buClr>
              <a:buSzPts val="1600"/>
              <a:buNone/>
              <a:defRPr b="1" sz="1600">
                <a:solidFill>
                  <a:schemeClr val="accent3"/>
                </a:solidFill>
              </a:defRPr>
            </a:lvl4pPr>
            <a:lvl5pPr lvl="4" algn="ctr">
              <a:spcBef>
                <a:spcPts val="0"/>
              </a:spcBef>
              <a:spcAft>
                <a:spcPts val="0"/>
              </a:spcAft>
              <a:buClr>
                <a:schemeClr val="accent3"/>
              </a:buClr>
              <a:buSzPts val="1600"/>
              <a:buNone/>
              <a:defRPr b="1" sz="1600">
                <a:solidFill>
                  <a:schemeClr val="accent3"/>
                </a:solidFill>
              </a:defRPr>
            </a:lvl5pPr>
            <a:lvl6pPr lvl="5" algn="ctr">
              <a:spcBef>
                <a:spcPts val="0"/>
              </a:spcBef>
              <a:spcAft>
                <a:spcPts val="0"/>
              </a:spcAft>
              <a:buClr>
                <a:schemeClr val="accent3"/>
              </a:buClr>
              <a:buSzPts val="1600"/>
              <a:buNone/>
              <a:defRPr b="1" sz="1600">
                <a:solidFill>
                  <a:schemeClr val="accent3"/>
                </a:solidFill>
              </a:defRPr>
            </a:lvl6pPr>
            <a:lvl7pPr lvl="6" algn="ctr">
              <a:spcBef>
                <a:spcPts val="0"/>
              </a:spcBef>
              <a:spcAft>
                <a:spcPts val="0"/>
              </a:spcAft>
              <a:buClr>
                <a:schemeClr val="accent3"/>
              </a:buClr>
              <a:buSzPts val="1600"/>
              <a:buNone/>
              <a:defRPr b="1" sz="1600">
                <a:solidFill>
                  <a:schemeClr val="accent3"/>
                </a:solidFill>
              </a:defRPr>
            </a:lvl7pPr>
            <a:lvl8pPr lvl="7" algn="ctr">
              <a:spcBef>
                <a:spcPts val="0"/>
              </a:spcBef>
              <a:spcAft>
                <a:spcPts val="0"/>
              </a:spcAft>
              <a:buClr>
                <a:schemeClr val="accent3"/>
              </a:buClr>
              <a:buSzPts val="1600"/>
              <a:buNone/>
              <a:defRPr b="1" sz="1600">
                <a:solidFill>
                  <a:schemeClr val="accent3"/>
                </a:solidFill>
              </a:defRPr>
            </a:lvl8pPr>
            <a:lvl9pPr lvl="8" algn="ctr">
              <a:spcBef>
                <a:spcPts val="0"/>
              </a:spcBef>
              <a:spcAft>
                <a:spcPts val="0"/>
              </a:spcAft>
              <a:buClr>
                <a:schemeClr val="accent3"/>
              </a:buClr>
              <a:buSzPts val="1600"/>
              <a:buNone/>
              <a:defRPr b="1" sz="1600">
                <a:solidFill>
                  <a:schemeClr val="accent3"/>
                </a:solidFill>
              </a:defRPr>
            </a:lvl9pPr>
          </a:lstStyle>
          <a:p/>
        </p:txBody>
      </p:sp>
      <p:sp>
        <p:nvSpPr>
          <p:cNvPr id="312" name="Google Shape;312;p18"/>
          <p:cNvSpPr txBox="1"/>
          <p:nvPr>
            <p:ph idx="25" type="subTitle"/>
          </p:nvPr>
        </p:nvSpPr>
        <p:spPr>
          <a:xfrm>
            <a:off x="7605089" y="2027390"/>
            <a:ext cx="314100" cy="338700"/>
          </a:xfrm>
          <a:prstGeom prst="rect">
            <a:avLst/>
          </a:prstGeom>
        </p:spPr>
        <p:txBody>
          <a:bodyPr anchorCtr="0" anchor="t" bIns="0" lIns="0" spcFirstLastPara="1" rIns="0" wrap="square" tIns="0">
            <a:noAutofit/>
          </a:bodyPr>
          <a:lstStyle>
            <a:lvl1pPr lvl="0" algn="ctr">
              <a:spcBef>
                <a:spcPts val="0"/>
              </a:spcBef>
              <a:spcAft>
                <a:spcPts val="0"/>
              </a:spcAft>
              <a:buClr>
                <a:schemeClr val="accent3"/>
              </a:buClr>
              <a:buSzPts val="1600"/>
              <a:buFont typeface="Urbanist"/>
              <a:buNone/>
              <a:defRPr b="1">
                <a:solidFill>
                  <a:schemeClr val="accent3"/>
                </a:solidFill>
              </a:defRPr>
            </a:lvl1pPr>
            <a:lvl2pPr lvl="1" algn="ctr">
              <a:spcBef>
                <a:spcPts val="0"/>
              </a:spcBef>
              <a:spcAft>
                <a:spcPts val="0"/>
              </a:spcAft>
              <a:buClr>
                <a:schemeClr val="accent3"/>
              </a:buClr>
              <a:buSzPts val="1600"/>
              <a:buNone/>
              <a:defRPr b="1" sz="1600">
                <a:solidFill>
                  <a:schemeClr val="accent3"/>
                </a:solidFill>
              </a:defRPr>
            </a:lvl2pPr>
            <a:lvl3pPr lvl="2" algn="ctr">
              <a:spcBef>
                <a:spcPts val="0"/>
              </a:spcBef>
              <a:spcAft>
                <a:spcPts val="0"/>
              </a:spcAft>
              <a:buClr>
                <a:schemeClr val="accent3"/>
              </a:buClr>
              <a:buSzPts val="1600"/>
              <a:buNone/>
              <a:defRPr b="1" sz="1600">
                <a:solidFill>
                  <a:schemeClr val="accent3"/>
                </a:solidFill>
              </a:defRPr>
            </a:lvl3pPr>
            <a:lvl4pPr lvl="3" algn="ctr">
              <a:spcBef>
                <a:spcPts val="0"/>
              </a:spcBef>
              <a:spcAft>
                <a:spcPts val="0"/>
              </a:spcAft>
              <a:buClr>
                <a:schemeClr val="accent3"/>
              </a:buClr>
              <a:buSzPts val="1600"/>
              <a:buNone/>
              <a:defRPr b="1" sz="1600">
                <a:solidFill>
                  <a:schemeClr val="accent3"/>
                </a:solidFill>
              </a:defRPr>
            </a:lvl4pPr>
            <a:lvl5pPr lvl="4" algn="ctr">
              <a:spcBef>
                <a:spcPts val="0"/>
              </a:spcBef>
              <a:spcAft>
                <a:spcPts val="0"/>
              </a:spcAft>
              <a:buClr>
                <a:schemeClr val="accent3"/>
              </a:buClr>
              <a:buSzPts val="1600"/>
              <a:buNone/>
              <a:defRPr b="1" sz="1600">
                <a:solidFill>
                  <a:schemeClr val="accent3"/>
                </a:solidFill>
              </a:defRPr>
            </a:lvl5pPr>
            <a:lvl6pPr lvl="5" algn="ctr">
              <a:spcBef>
                <a:spcPts val="0"/>
              </a:spcBef>
              <a:spcAft>
                <a:spcPts val="0"/>
              </a:spcAft>
              <a:buClr>
                <a:schemeClr val="accent3"/>
              </a:buClr>
              <a:buSzPts val="1600"/>
              <a:buNone/>
              <a:defRPr b="1" sz="1600">
                <a:solidFill>
                  <a:schemeClr val="accent3"/>
                </a:solidFill>
              </a:defRPr>
            </a:lvl6pPr>
            <a:lvl7pPr lvl="6" algn="ctr">
              <a:spcBef>
                <a:spcPts val="0"/>
              </a:spcBef>
              <a:spcAft>
                <a:spcPts val="0"/>
              </a:spcAft>
              <a:buClr>
                <a:schemeClr val="accent3"/>
              </a:buClr>
              <a:buSzPts val="1600"/>
              <a:buNone/>
              <a:defRPr b="1" sz="1600">
                <a:solidFill>
                  <a:schemeClr val="accent3"/>
                </a:solidFill>
              </a:defRPr>
            </a:lvl7pPr>
            <a:lvl8pPr lvl="7" algn="ctr">
              <a:spcBef>
                <a:spcPts val="0"/>
              </a:spcBef>
              <a:spcAft>
                <a:spcPts val="0"/>
              </a:spcAft>
              <a:buClr>
                <a:schemeClr val="accent3"/>
              </a:buClr>
              <a:buSzPts val="1600"/>
              <a:buNone/>
              <a:defRPr b="1" sz="1600">
                <a:solidFill>
                  <a:schemeClr val="accent3"/>
                </a:solidFill>
              </a:defRPr>
            </a:lvl8pPr>
            <a:lvl9pPr lvl="8" algn="ctr">
              <a:spcBef>
                <a:spcPts val="0"/>
              </a:spcBef>
              <a:spcAft>
                <a:spcPts val="0"/>
              </a:spcAft>
              <a:buClr>
                <a:schemeClr val="accent3"/>
              </a:buClr>
              <a:buSzPts val="1600"/>
              <a:buNone/>
              <a:defRPr b="1" sz="1600">
                <a:solidFill>
                  <a:schemeClr val="accent3"/>
                </a:solidFill>
              </a:defRPr>
            </a:lvl9pPr>
          </a:lstStyle>
          <a:p/>
        </p:txBody>
      </p:sp>
      <p:sp>
        <p:nvSpPr>
          <p:cNvPr id="313" name="Google Shape;313;p18"/>
          <p:cNvSpPr txBox="1"/>
          <p:nvPr>
            <p:ph idx="26" type="body"/>
          </p:nvPr>
        </p:nvSpPr>
        <p:spPr>
          <a:xfrm>
            <a:off x="7450350" y="2952175"/>
            <a:ext cx="1458000" cy="8121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Urbanist"/>
              <a:buChar char="●"/>
              <a:defRPr sz="1000"/>
            </a:lvl1pPr>
            <a:lvl2pPr indent="-292100" lvl="1" marL="914400">
              <a:spcBef>
                <a:spcPts val="0"/>
              </a:spcBef>
              <a:spcAft>
                <a:spcPts val="0"/>
              </a:spcAft>
              <a:buClr>
                <a:schemeClr val="lt1"/>
              </a:buClr>
              <a:buSzPts val="1000"/>
              <a:buFont typeface="Urbanist"/>
              <a:buChar char="○"/>
              <a:defRPr sz="1000"/>
            </a:lvl2pPr>
            <a:lvl3pPr indent="-292100" lvl="2" marL="1371600">
              <a:spcBef>
                <a:spcPts val="0"/>
              </a:spcBef>
              <a:spcAft>
                <a:spcPts val="0"/>
              </a:spcAft>
              <a:buClr>
                <a:schemeClr val="lt1"/>
              </a:buClr>
              <a:buSzPts val="1000"/>
              <a:buFont typeface="Urbanist"/>
              <a:buChar char="■"/>
              <a:defRPr sz="1000"/>
            </a:lvl3pPr>
            <a:lvl4pPr indent="-292100" lvl="3" marL="1828800">
              <a:spcBef>
                <a:spcPts val="0"/>
              </a:spcBef>
              <a:spcAft>
                <a:spcPts val="0"/>
              </a:spcAft>
              <a:buClr>
                <a:schemeClr val="lt1"/>
              </a:buClr>
              <a:buSzPts val="1000"/>
              <a:buFont typeface="Urbanist"/>
              <a:buChar char="●"/>
              <a:defRPr sz="1000"/>
            </a:lvl4pPr>
            <a:lvl5pPr indent="-292100" lvl="4" marL="2286000">
              <a:spcBef>
                <a:spcPts val="0"/>
              </a:spcBef>
              <a:spcAft>
                <a:spcPts val="0"/>
              </a:spcAft>
              <a:buClr>
                <a:schemeClr val="lt1"/>
              </a:buClr>
              <a:buSzPts val="1000"/>
              <a:buFont typeface="Urbanist"/>
              <a:buChar char="○"/>
              <a:defRPr sz="1000"/>
            </a:lvl5pPr>
            <a:lvl6pPr indent="-292100" lvl="5" marL="2743200">
              <a:spcBef>
                <a:spcPts val="0"/>
              </a:spcBef>
              <a:spcAft>
                <a:spcPts val="0"/>
              </a:spcAft>
              <a:buClr>
                <a:schemeClr val="lt1"/>
              </a:buClr>
              <a:buSzPts val="1000"/>
              <a:buFont typeface="Urbanist"/>
              <a:buChar char="■"/>
              <a:defRPr sz="1000"/>
            </a:lvl6pPr>
            <a:lvl7pPr indent="-292100" lvl="6" marL="3200400">
              <a:spcBef>
                <a:spcPts val="0"/>
              </a:spcBef>
              <a:spcAft>
                <a:spcPts val="0"/>
              </a:spcAft>
              <a:buClr>
                <a:schemeClr val="lt1"/>
              </a:buClr>
              <a:buSzPts val="1000"/>
              <a:buFont typeface="Urbanist"/>
              <a:buChar char="●"/>
              <a:defRPr sz="1000"/>
            </a:lvl7pPr>
            <a:lvl8pPr indent="-292100" lvl="7" marL="3657600">
              <a:spcBef>
                <a:spcPts val="0"/>
              </a:spcBef>
              <a:spcAft>
                <a:spcPts val="0"/>
              </a:spcAft>
              <a:buClr>
                <a:schemeClr val="lt1"/>
              </a:buClr>
              <a:buSzPts val="1000"/>
              <a:buFont typeface="Urbanist"/>
              <a:buChar char="○"/>
              <a:defRPr sz="1000"/>
            </a:lvl8pPr>
            <a:lvl9pPr indent="-292100" lvl="8" marL="4114800">
              <a:spcBef>
                <a:spcPts val="0"/>
              </a:spcBef>
              <a:spcAft>
                <a:spcPts val="0"/>
              </a:spcAft>
              <a:buClr>
                <a:schemeClr val="lt1"/>
              </a:buClr>
              <a:buSzPts val="1000"/>
              <a:buFont typeface="Urbanist"/>
              <a:buChar char="■"/>
              <a:defRPr sz="1000"/>
            </a:lvl9pPr>
          </a:lstStyle>
          <a:p/>
        </p:txBody>
      </p:sp>
      <p:sp>
        <p:nvSpPr>
          <p:cNvPr id="314" name="Google Shape;314;p18"/>
          <p:cNvSpPr/>
          <p:nvPr/>
        </p:nvSpPr>
        <p:spPr>
          <a:xfrm>
            <a:off x="228600" y="4837500"/>
            <a:ext cx="48900" cy="48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315" name="Google Shape;315;p18"/>
          <p:cNvSpPr/>
          <p:nvPr/>
        </p:nvSpPr>
        <p:spPr>
          <a:xfrm>
            <a:off x="4618950" y="4839000"/>
            <a:ext cx="45900" cy="45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etrics ">
  <p:cSld name="CUSTOM_5">
    <p:spTree>
      <p:nvGrpSpPr>
        <p:cNvPr id="316" name="Shape 316"/>
        <p:cNvGrpSpPr/>
        <p:nvPr/>
      </p:nvGrpSpPr>
      <p:grpSpPr>
        <a:xfrm>
          <a:off x="0" y="0"/>
          <a:ext cx="0" cy="0"/>
          <a:chOff x="0" y="0"/>
          <a:chExt cx="0" cy="0"/>
        </a:xfrm>
      </p:grpSpPr>
      <p:sp>
        <p:nvSpPr>
          <p:cNvPr id="317" name="Google Shape;317;p19"/>
          <p:cNvSpPr txBox="1"/>
          <p:nvPr>
            <p:ph idx="1" type="subTitle"/>
          </p:nvPr>
        </p:nvSpPr>
        <p:spPr>
          <a:xfrm>
            <a:off x="320625" y="4675975"/>
            <a:ext cx="27000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318" name="Google Shape;318;p19"/>
          <p:cNvSpPr txBox="1"/>
          <p:nvPr>
            <p:ph idx="2" type="subTitle"/>
          </p:nvPr>
        </p:nvSpPr>
        <p:spPr>
          <a:xfrm>
            <a:off x="4716740" y="4675975"/>
            <a:ext cx="22947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319" name="Google Shape;319;p19"/>
          <p:cNvSpPr txBox="1"/>
          <p:nvPr>
            <p:ph idx="3" type="subTitle"/>
          </p:nvPr>
        </p:nvSpPr>
        <p:spPr>
          <a:xfrm>
            <a:off x="6859200" y="4683725"/>
            <a:ext cx="2056500" cy="228600"/>
          </a:xfrm>
          <a:prstGeom prst="rect">
            <a:avLst/>
          </a:prstGeom>
        </p:spPr>
        <p:txBody>
          <a:bodyPr anchorCtr="0" anchor="b" bIns="0" lIns="0" spcFirstLastPara="1" rIns="0" wrap="square" tIns="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cxnSp>
        <p:nvCxnSpPr>
          <p:cNvPr id="320" name="Google Shape;320;p19"/>
          <p:cNvCxnSpPr/>
          <p:nvPr/>
        </p:nvCxnSpPr>
        <p:spPr>
          <a:xfrm>
            <a:off x="238800" y="4683300"/>
            <a:ext cx="8676900" cy="0"/>
          </a:xfrm>
          <a:prstGeom prst="straightConnector1">
            <a:avLst/>
          </a:prstGeom>
          <a:noFill/>
          <a:ln cap="flat" cmpd="sng" w="9525">
            <a:solidFill>
              <a:schemeClr val="accent1"/>
            </a:solidFill>
            <a:prstDash val="solid"/>
            <a:round/>
            <a:headEnd len="med" w="med" type="none"/>
            <a:tailEnd len="med" w="med" type="none"/>
          </a:ln>
        </p:spPr>
      </p:cxnSp>
      <p:sp>
        <p:nvSpPr>
          <p:cNvPr id="321" name="Google Shape;321;p19"/>
          <p:cNvSpPr/>
          <p:nvPr/>
        </p:nvSpPr>
        <p:spPr>
          <a:xfrm>
            <a:off x="228600" y="4837500"/>
            <a:ext cx="48900" cy="48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322" name="Google Shape;322;p19"/>
          <p:cNvSpPr/>
          <p:nvPr/>
        </p:nvSpPr>
        <p:spPr>
          <a:xfrm>
            <a:off x="4618950" y="4839000"/>
            <a:ext cx="45900" cy="45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323" name="Google Shape;323;p19"/>
          <p:cNvSpPr txBox="1"/>
          <p:nvPr>
            <p:ph idx="4" type="subTitle"/>
          </p:nvPr>
        </p:nvSpPr>
        <p:spPr>
          <a:xfrm>
            <a:off x="6314800" y="458325"/>
            <a:ext cx="2294700" cy="3300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1600"/>
              <a:buFont typeface="Urbanist"/>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24" name="Google Shape;324;p19"/>
          <p:cNvSpPr txBox="1"/>
          <p:nvPr>
            <p:ph type="title"/>
          </p:nvPr>
        </p:nvSpPr>
        <p:spPr>
          <a:xfrm>
            <a:off x="237650" y="746900"/>
            <a:ext cx="2834700" cy="25908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3000"/>
              <a:buFont typeface="Urbanist"/>
              <a:buNone/>
              <a:defRPr>
                <a:latin typeface="Urbanist"/>
                <a:ea typeface="Urbanist"/>
                <a:cs typeface="Urbanist"/>
                <a:sym typeface="Urbanist"/>
              </a:defRPr>
            </a:lvl1pPr>
            <a:lvl2pPr lvl="1">
              <a:spcBef>
                <a:spcPts val="0"/>
              </a:spcBef>
              <a:spcAft>
                <a:spcPts val="0"/>
              </a:spcAft>
              <a:buClr>
                <a:schemeClr val="lt1"/>
              </a:buClr>
              <a:buSzPts val="3000"/>
              <a:buFont typeface="Urbanist"/>
              <a:buNone/>
              <a:defRPr/>
            </a:lvl2pPr>
            <a:lvl3pPr lvl="2">
              <a:spcBef>
                <a:spcPts val="0"/>
              </a:spcBef>
              <a:spcAft>
                <a:spcPts val="0"/>
              </a:spcAft>
              <a:buClr>
                <a:schemeClr val="lt1"/>
              </a:buClr>
              <a:buSzPts val="3000"/>
              <a:buFont typeface="Urbanist"/>
              <a:buNone/>
              <a:defRPr/>
            </a:lvl3pPr>
            <a:lvl4pPr lvl="3">
              <a:spcBef>
                <a:spcPts val="0"/>
              </a:spcBef>
              <a:spcAft>
                <a:spcPts val="0"/>
              </a:spcAft>
              <a:buClr>
                <a:schemeClr val="lt1"/>
              </a:buClr>
              <a:buSzPts val="3000"/>
              <a:buFont typeface="Urbanist"/>
              <a:buNone/>
              <a:defRPr/>
            </a:lvl4pPr>
            <a:lvl5pPr lvl="4">
              <a:spcBef>
                <a:spcPts val="0"/>
              </a:spcBef>
              <a:spcAft>
                <a:spcPts val="0"/>
              </a:spcAft>
              <a:buClr>
                <a:schemeClr val="lt1"/>
              </a:buClr>
              <a:buSzPts val="3000"/>
              <a:buFont typeface="Urbanist"/>
              <a:buNone/>
              <a:defRPr/>
            </a:lvl5pPr>
            <a:lvl6pPr lvl="5">
              <a:spcBef>
                <a:spcPts val="0"/>
              </a:spcBef>
              <a:spcAft>
                <a:spcPts val="0"/>
              </a:spcAft>
              <a:buClr>
                <a:schemeClr val="lt1"/>
              </a:buClr>
              <a:buSzPts val="3000"/>
              <a:buFont typeface="Urbanist"/>
              <a:buNone/>
              <a:defRPr/>
            </a:lvl6pPr>
            <a:lvl7pPr lvl="6">
              <a:spcBef>
                <a:spcPts val="0"/>
              </a:spcBef>
              <a:spcAft>
                <a:spcPts val="0"/>
              </a:spcAft>
              <a:buClr>
                <a:schemeClr val="lt1"/>
              </a:buClr>
              <a:buSzPts val="3000"/>
              <a:buFont typeface="Urbanist"/>
              <a:buNone/>
              <a:defRPr/>
            </a:lvl7pPr>
            <a:lvl8pPr lvl="7">
              <a:spcBef>
                <a:spcPts val="0"/>
              </a:spcBef>
              <a:spcAft>
                <a:spcPts val="0"/>
              </a:spcAft>
              <a:buClr>
                <a:schemeClr val="lt1"/>
              </a:buClr>
              <a:buSzPts val="3000"/>
              <a:buFont typeface="Urbanist"/>
              <a:buNone/>
              <a:defRPr/>
            </a:lvl8pPr>
            <a:lvl9pPr lvl="8">
              <a:spcBef>
                <a:spcPts val="0"/>
              </a:spcBef>
              <a:spcAft>
                <a:spcPts val="0"/>
              </a:spcAft>
              <a:buClr>
                <a:schemeClr val="lt1"/>
              </a:buClr>
              <a:buSzPts val="3000"/>
              <a:buFont typeface="Urbanist"/>
              <a:buNone/>
              <a:defRPr/>
            </a:lvl9pPr>
          </a:lstStyle>
          <a:p/>
        </p:txBody>
      </p:sp>
      <p:sp>
        <p:nvSpPr>
          <p:cNvPr id="325" name="Google Shape;325;p19"/>
          <p:cNvSpPr txBox="1"/>
          <p:nvPr>
            <p:ph idx="5" type="subTitle"/>
          </p:nvPr>
        </p:nvSpPr>
        <p:spPr>
          <a:xfrm>
            <a:off x="229175" y="229175"/>
            <a:ext cx="2834700" cy="3300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1200"/>
              <a:buFont typeface="Urbanist"/>
              <a:buNone/>
              <a:defRPr sz="1200"/>
            </a:lvl1pPr>
            <a:lvl2pPr lvl="1">
              <a:spcBef>
                <a:spcPts val="0"/>
              </a:spcBef>
              <a:spcAft>
                <a:spcPts val="0"/>
              </a:spcAft>
              <a:buClr>
                <a:schemeClr val="lt1"/>
              </a:buClr>
              <a:buSzPts val="1400"/>
              <a:buNone/>
              <a:defRPr>
                <a:solidFill>
                  <a:schemeClr val="lt1"/>
                </a:solidFill>
              </a:defRPr>
            </a:lvl2pPr>
            <a:lvl3pPr lvl="2">
              <a:spcBef>
                <a:spcPts val="0"/>
              </a:spcBef>
              <a:spcAft>
                <a:spcPts val="0"/>
              </a:spcAft>
              <a:buClr>
                <a:schemeClr val="lt1"/>
              </a:buClr>
              <a:buSzPts val="1400"/>
              <a:buNone/>
              <a:defRPr>
                <a:solidFill>
                  <a:schemeClr val="lt1"/>
                </a:solidFill>
              </a:defRPr>
            </a:lvl3pPr>
            <a:lvl4pPr lvl="3">
              <a:spcBef>
                <a:spcPts val="0"/>
              </a:spcBef>
              <a:spcAft>
                <a:spcPts val="0"/>
              </a:spcAft>
              <a:buClr>
                <a:schemeClr val="lt1"/>
              </a:buClr>
              <a:buSzPts val="1400"/>
              <a:buNone/>
              <a:defRPr>
                <a:solidFill>
                  <a:schemeClr val="lt1"/>
                </a:solidFill>
              </a:defRPr>
            </a:lvl4pPr>
            <a:lvl5pPr lvl="4">
              <a:spcBef>
                <a:spcPts val="0"/>
              </a:spcBef>
              <a:spcAft>
                <a:spcPts val="0"/>
              </a:spcAft>
              <a:buClr>
                <a:schemeClr val="lt1"/>
              </a:buClr>
              <a:buSzPts val="1400"/>
              <a:buNone/>
              <a:defRPr>
                <a:solidFill>
                  <a:schemeClr val="lt1"/>
                </a:solidFill>
              </a:defRPr>
            </a:lvl5pPr>
            <a:lvl6pPr lvl="5">
              <a:spcBef>
                <a:spcPts val="0"/>
              </a:spcBef>
              <a:spcAft>
                <a:spcPts val="0"/>
              </a:spcAft>
              <a:buClr>
                <a:schemeClr val="lt1"/>
              </a:buClr>
              <a:buSzPts val="1400"/>
              <a:buNone/>
              <a:defRPr>
                <a:solidFill>
                  <a:schemeClr val="lt1"/>
                </a:solidFill>
              </a:defRPr>
            </a:lvl6pPr>
            <a:lvl7pPr lvl="6">
              <a:spcBef>
                <a:spcPts val="0"/>
              </a:spcBef>
              <a:spcAft>
                <a:spcPts val="0"/>
              </a:spcAft>
              <a:buClr>
                <a:schemeClr val="lt1"/>
              </a:buClr>
              <a:buSzPts val="1400"/>
              <a:buNone/>
              <a:defRPr>
                <a:solidFill>
                  <a:schemeClr val="lt1"/>
                </a:solidFill>
              </a:defRPr>
            </a:lvl7pPr>
            <a:lvl8pPr lvl="7">
              <a:spcBef>
                <a:spcPts val="0"/>
              </a:spcBef>
              <a:spcAft>
                <a:spcPts val="0"/>
              </a:spcAft>
              <a:buClr>
                <a:schemeClr val="lt1"/>
              </a:buClr>
              <a:buSzPts val="1400"/>
              <a:buNone/>
              <a:defRPr>
                <a:solidFill>
                  <a:schemeClr val="lt1"/>
                </a:solidFill>
              </a:defRPr>
            </a:lvl8pPr>
            <a:lvl9pPr lvl="8">
              <a:spcBef>
                <a:spcPts val="0"/>
              </a:spcBef>
              <a:spcAft>
                <a:spcPts val="0"/>
              </a:spcAft>
              <a:buClr>
                <a:schemeClr val="lt1"/>
              </a:buClr>
              <a:buSzPts val="1400"/>
              <a:buNone/>
              <a:defRPr>
                <a:solidFill>
                  <a:schemeClr val="lt1"/>
                </a:solidFill>
              </a:defRPr>
            </a:lvl9pPr>
          </a:lstStyle>
          <a:p/>
        </p:txBody>
      </p:sp>
      <p:sp>
        <p:nvSpPr>
          <p:cNvPr id="326" name="Google Shape;326;p19"/>
          <p:cNvSpPr txBox="1"/>
          <p:nvPr>
            <p:ph idx="6" type="subTitle"/>
          </p:nvPr>
        </p:nvSpPr>
        <p:spPr>
          <a:xfrm>
            <a:off x="3437500" y="882725"/>
            <a:ext cx="2294700" cy="5007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1200"/>
              <a:buFont typeface="Urbanist"/>
              <a:buNone/>
              <a:defRPr sz="1200"/>
            </a:lvl1pPr>
            <a:lvl2pPr lvl="1">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2pPr>
            <a:lvl3pPr lvl="2">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3pPr>
            <a:lvl4pPr lvl="3">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4pPr>
            <a:lvl5pPr lvl="4">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5pPr>
            <a:lvl6pPr lvl="5">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6pPr>
            <a:lvl7pPr lvl="6">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7pPr>
            <a:lvl8pPr lvl="7">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8pPr>
            <a:lvl9pPr lvl="8">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9pPr>
          </a:lstStyle>
          <a:p/>
        </p:txBody>
      </p:sp>
      <p:sp>
        <p:nvSpPr>
          <p:cNvPr id="327" name="Google Shape;327;p19"/>
          <p:cNvSpPr txBox="1"/>
          <p:nvPr>
            <p:ph idx="7" type="title"/>
          </p:nvPr>
        </p:nvSpPr>
        <p:spPr>
          <a:xfrm>
            <a:off x="3611850" y="1848195"/>
            <a:ext cx="1924200" cy="5940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6200"/>
              <a:buNone/>
              <a:defRPr sz="6200"/>
            </a:lvl1pPr>
            <a:lvl2pPr lvl="1">
              <a:spcBef>
                <a:spcPts val="0"/>
              </a:spcBef>
              <a:spcAft>
                <a:spcPts val="0"/>
              </a:spcAft>
              <a:buClr>
                <a:schemeClr val="lt1"/>
              </a:buClr>
              <a:buSzPts val="6200"/>
              <a:buNone/>
              <a:defRPr sz="6200"/>
            </a:lvl2pPr>
            <a:lvl3pPr lvl="2">
              <a:spcBef>
                <a:spcPts val="0"/>
              </a:spcBef>
              <a:spcAft>
                <a:spcPts val="0"/>
              </a:spcAft>
              <a:buClr>
                <a:schemeClr val="lt1"/>
              </a:buClr>
              <a:buSzPts val="6200"/>
              <a:buNone/>
              <a:defRPr sz="6200"/>
            </a:lvl3pPr>
            <a:lvl4pPr lvl="3">
              <a:spcBef>
                <a:spcPts val="0"/>
              </a:spcBef>
              <a:spcAft>
                <a:spcPts val="0"/>
              </a:spcAft>
              <a:buClr>
                <a:schemeClr val="lt1"/>
              </a:buClr>
              <a:buSzPts val="6200"/>
              <a:buNone/>
              <a:defRPr sz="6200"/>
            </a:lvl4pPr>
            <a:lvl5pPr lvl="4">
              <a:spcBef>
                <a:spcPts val="0"/>
              </a:spcBef>
              <a:spcAft>
                <a:spcPts val="0"/>
              </a:spcAft>
              <a:buClr>
                <a:schemeClr val="lt1"/>
              </a:buClr>
              <a:buSzPts val="6200"/>
              <a:buNone/>
              <a:defRPr sz="6200"/>
            </a:lvl5pPr>
            <a:lvl6pPr lvl="5">
              <a:spcBef>
                <a:spcPts val="0"/>
              </a:spcBef>
              <a:spcAft>
                <a:spcPts val="0"/>
              </a:spcAft>
              <a:buClr>
                <a:schemeClr val="lt1"/>
              </a:buClr>
              <a:buSzPts val="6200"/>
              <a:buNone/>
              <a:defRPr sz="6200"/>
            </a:lvl6pPr>
            <a:lvl7pPr lvl="6">
              <a:spcBef>
                <a:spcPts val="0"/>
              </a:spcBef>
              <a:spcAft>
                <a:spcPts val="0"/>
              </a:spcAft>
              <a:buClr>
                <a:schemeClr val="lt1"/>
              </a:buClr>
              <a:buSzPts val="6200"/>
              <a:buNone/>
              <a:defRPr sz="6200"/>
            </a:lvl7pPr>
            <a:lvl8pPr lvl="7">
              <a:spcBef>
                <a:spcPts val="0"/>
              </a:spcBef>
              <a:spcAft>
                <a:spcPts val="0"/>
              </a:spcAft>
              <a:buClr>
                <a:schemeClr val="lt1"/>
              </a:buClr>
              <a:buSzPts val="6200"/>
              <a:buNone/>
              <a:defRPr sz="6200"/>
            </a:lvl8pPr>
            <a:lvl9pPr lvl="8">
              <a:spcBef>
                <a:spcPts val="0"/>
              </a:spcBef>
              <a:spcAft>
                <a:spcPts val="0"/>
              </a:spcAft>
              <a:buClr>
                <a:schemeClr val="lt1"/>
              </a:buClr>
              <a:buSzPts val="6200"/>
              <a:buNone/>
              <a:defRPr sz="6200"/>
            </a:lvl9pPr>
          </a:lstStyle>
          <a:p/>
        </p:txBody>
      </p:sp>
      <p:sp>
        <p:nvSpPr>
          <p:cNvPr id="328" name="Google Shape;328;p19"/>
          <p:cNvSpPr txBox="1"/>
          <p:nvPr>
            <p:ph idx="8" type="title"/>
          </p:nvPr>
        </p:nvSpPr>
        <p:spPr>
          <a:xfrm>
            <a:off x="3611850" y="3250202"/>
            <a:ext cx="1920300" cy="5943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6200"/>
              <a:buFont typeface="Urbanist"/>
              <a:buNone/>
              <a:defRPr sz="6200">
                <a:latin typeface="Urbanist"/>
                <a:ea typeface="Urbanist"/>
                <a:cs typeface="Urbanist"/>
                <a:sym typeface="Urbanist"/>
              </a:defRPr>
            </a:lvl1pPr>
            <a:lvl2pPr lvl="1">
              <a:spcBef>
                <a:spcPts val="0"/>
              </a:spcBef>
              <a:spcAft>
                <a:spcPts val="0"/>
              </a:spcAft>
              <a:buClr>
                <a:schemeClr val="lt1"/>
              </a:buClr>
              <a:buSzPts val="3000"/>
              <a:buFont typeface="Urbanist"/>
              <a:buNone/>
              <a:defRPr/>
            </a:lvl2pPr>
            <a:lvl3pPr lvl="2">
              <a:spcBef>
                <a:spcPts val="0"/>
              </a:spcBef>
              <a:spcAft>
                <a:spcPts val="0"/>
              </a:spcAft>
              <a:buClr>
                <a:schemeClr val="lt1"/>
              </a:buClr>
              <a:buSzPts val="3000"/>
              <a:buFont typeface="Urbanist"/>
              <a:buNone/>
              <a:defRPr/>
            </a:lvl3pPr>
            <a:lvl4pPr lvl="3">
              <a:spcBef>
                <a:spcPts val="0"/>
              </a:spcBef>
              <a:spcAft>
                <a:spcPts val="0"/>
              </a:spcAft>
              <a:buClr>
                <a:schemeClr val="lt1"/>
              </a:buClr>
              <a:buSzPts val="3000"/>
              <a:buFont typeface="Urbanist"/>
              <a:buNone/>
              <a:defRPr/>
            </a:lvl4pPr>
            <a:lvl5pPr lvl="4">
              <a:spcBef>
                <a:spcPts val="0"/>
              </a:spcBef>
              <a:spcAft>
                <a:spcPts val="0"/>
              </a:spcAft>
              <a:buClr>
                <a:schemeClr val="lt1"/>
              </a:buClr>
              <a:buSzPts val="3000"/>
              <a:buFont typeface="Urbanist"/>
              <a:buNone/>
              <a:defRPr/>
            </a:lvl5pPr>
            <a:lvl6pPr lvl="5">
              <a:spcBef>
                <a:spcPts val="0"/>
              </a:spcBef>
              <a:spcAft>
                <a:spcPts val="0"/>
              </a:spcAft>
              <a:buClr>
                <a:schemeClr val="lt1"/>
              </a:buClr>
              <a:buSzPts val="3000"/>
              <a:buFont typeface="Urbanist"/>
              <a:buNone/>
              <a:defRPr/>
            </a:lvl6pPr>
            <a:lvl7pPr lvl="6">
              <a:spcBef>
                <a:spcPts val="0"/>
              </a:spcBef>
              <a:spcAft>
                <a:spcPts val="0"/>
              </a:spcAft>
              <a:buClr>
                <a:schemeClr val="lt1"/>
              </a:buClr>
              <a:buSzPts val="3000"/>
              <a:buFont typeface="Urbanist"/>
              <a:buNone/>
              <a:defRPr/>
            </a:lvl7pPr>
            <a:lvl8pPr lvl="7">
              <a:spcBef>
                <a:spcPts val="0"/>
              </a:spcBef>
              <a:spcAft>
                <a:spcPts val="0"/>
              </a:spcAft>
              <a:buClr>
                <a:schemeClr val="lt1"/>
              </a:buClr>
              <a:buSzPts val="3000"/>
              <a:buFont typeface="Urbanist"/>
              <a:buNone/>
              <a:defRPr/>
            </a:lvl8pPr>
            <a:lvl9pPr lvl="8">
              <a:spcBef>
                <a:spcPts val="0"/>
              </a:spcBef>
              <a:spcAft>
                <a:spcPts val="0"/>
              </a:spcAft>
              <a:buClr>
                <a:schemeClr val="lt1"/>
              </a:buClr>
              <a:buSzPts val="3000"/>
              <a:buFont typeface="Urbanist"/>
              <a:buNone/>
              <a:defRPr/>
            </a:lvl9pPr>
          </a:lstStyle>
          <a:p/>
        </p:txBody>
      </p:sp>
      <p:sp>
        <p:nvSpPr>
          <p:cNvPr id="329" name="Google Shape;329;p19"/>
          <p:cNvSpPr txBox="1"/>
          <p:nvPr>
            <p:ph idx="9" type="subTitle"/>
          </p:nvPr>
        </p:nvSpPr>
        <p:spPr>
          <a:xfrm>
            <a:off x="3611850" y="2707575"/>
            <a:ext cx="2120400" cy="1683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1000"/>
              <a:buFont typeface="Urbanist"/>
              <a:buNone/>
              <a:defRPr sz="1000"/>
            </a:lvl1pPr>
            <a:lvl2pPr lvl="1">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2pPr>
            <a:lvl3pPr lvl="2">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3pPr>
            <a:lvl4pPr lvl="3">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4pPr>
            <a:lvl5pPr lvl="4">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5pPr>
            <a:lvl6pPr lvl="5">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6pPr>
            <a:lvl7pPr lvl="6">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7pPr>
            <a:lvl8pPr lvl="7">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8pPr>
            <a:lvl9pPr lvl="8">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9pPr>
          </a:lstStyle>
          <a:p/>
        </p:txBody>
      </p:sp>
      <p:sp>
        <p:nvSpPr>
          <p:cNvPr id="330" name="Google Shape;330;p19"/>
          <p:cNvSpPr txBox="1"/>
          <p:nvPr>
            <p:ph idx="13" type="subTitle"/>
          </p:nvPr>
        </p:nvSpPr>
        <p:spPr>
          <a:xfrm>
            <a:off x="3611850" y="4076800"/>
            <a:ext cx="2120400" cy="1683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1000"/>
              <a:buFont typeface="Urbanist"/>
              <a:buNone/>
              <a:defRPr sz="1000"/>
            </a:lvl1pPr>
            <a:lvl2pPr lvl="1">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2pPr>
            <a:lvl3pPr lvl="2">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3pPr>
            <a:lvl4pPr lvl="3">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4pPr>
            <a:lvl5pPr lvl="4">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5pPr>
            <a:lvl6pPr lvl="5">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6pPr>
            <a:lvl7pPr lvl="6">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7pPr>
            <a:lvl8pPr lvl="7">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8pPr>
            <a:lvl9pPr lvl="8">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9pPr>
          </a:lstStyle>
          <a:p/>
        </p:txBody>
      </p:sp>
      <p:sp>
        <p:nvSpPr>
          <p:cNvPr id="331" name="Google Shape;331;p19"/>
          <p:cNvSpPr txBox="1"/>
          <p:nvPr>
            <p:ph idx="14" type="subTitle"/>
          </p:nvPr>
        </p:nvSpPr>
        <p:spPr>
          <a:xfrm>
            <a:off x="6258900" y="3267725"/>
            <a:ext cx="2478300" cy="5007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1200"/>
              <a:buFont typeface="Urbanist"/>
              <a:buNone/>
              <a:defRPr sz="1200"/>
            </a:lvl1pPr>
            <a:lvl2pPr lvl="1">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2pPr>
            <a:lvl3pPr lvl="2">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3pPr>
            <a:lvl4pPr lvl="3">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4pPr>
            <a:lvl5pPr lvl="4">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5pPr>
            <a:lvl6pPr lvl="5">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6pPr>
            <a:lvl7pPr lvl="6">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7pPr>
            <a:lvl8pPr lvl="7">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8pPr>
            <a:lvl9pPr lvl="8">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9pPr>
          </a:lstStyle>
          <a:p/>
        </p:txBody>
      </p:sp>
      <p:sp>
        <p:nvSpPr>
          <p:cNvPr id="332" name="Google Shape;332;p19"/>
          <p:cNvSpPr txBox="1"/>
          <p:nvPr>
            <p:ph idx="15" type="subTitle"/>
          </p:nvPr>
        </p:nvSpPr>
        <p:spPr>
          <a:xfrm>
            <a:off x="6258900" y="3955225"/>
            <a:ext cx="2478300" cy="330000"/>
          </a:xfrm>
          <a:prstGeom prst="rect">
            <a:avLst/>
          </a:prstGeom>
        </p:spPr>
        <p:txBody>
          <a:bodyPr anchorCtr="0" anchor="t" bIns="91425" lIns="0" spcFirstLastPara="1" rIns="91425" wrap="square" tIns="0">
            <a:noAutofit/>
          </a:bodyPr>
          <a:lstStyle>
            <a:lvl1pPr lvl="0">
              <a:spcBef>
                <a:spcPts val="0"/>
              </a:spcBef>
              <a:spcAft>
                <a:spcPts val="0"/>
              </a:spcAft>
              <a:buClr>
                <a:schemeClr val="accent3"/>
              </a:buClr>
              <a:buSzPts val="1600"/>
              <a:buFont typeface="Urbanist"/>
              <a:buNone/>
              <a:defRPr b="1" u="sng">
                <a:solidFill>
                  <a:schemeClr val="accent3"/>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333" name="Shape 333"/>
        <p:cNvGrpSpPr/>
        <p:nvPr/>
      </p:nvGrpSpPr>
      <p:grpSpPr>
        <a:xfrm>
          <a:off x="0" y="0"/>
          <a:ext cx="0" cy="0"/>
          <a:chOff x="0" y="0"/>
          <a:chExt cx="0" cy="0"/>
        </a:xfrm>
      </p:grpSpPr>
      <p:sp>
        <p:nvSpPr>
          <p:cNvPr id="334" name="Google Shape;334;p20"/>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335" name="Google Shape;335;p20"/>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algn="ctr">
              <a:spcBef>
                <a:spcPts val="0"/>
              </a:spcBef>
              <a:spcAft>
                <a:spcPts val="0"/>
              </a:spcAft>
              <a:buSzPts val="2800"/>
              <a:buNone/>
              <a:defRPr sz="2800"/>
            </a:lvl1pPr>
            <a:lvl2pPr lvl="1" algn="ctr">
              <a:spcBef>
                <a:spcPts val="0"/>
              </a:spcBef>
              <a:spcAft>
                <a:spcPts val="0"/>
              </a:spcAft>
              <a:buSzPts val="2800"/>
              <a:buNone/>
              <a:defRPr sz="2800"/>
            </a:lvl2pPr>
            <a:lvl3pPr lvl="2" algn="ctr">
              <a:spcBef>
                <a:spcPts val="0"/>
              </a:spcBef>
              <a:spcAft>
                <a:spcPts val="0"/>
              </a:spcAft>
              <a:buSzPts val="2800"/>
              <a:buNone/>
              <a:defRPr sz="2800"/>
            </a:lvl3pPr>
            <a:lvl4pPr lvl="3" algn="ctr">
              <a:spcBef>
                <a:spcPts val="0"/>
              </a:spcBef>
              <a:spcAft>
                <a:spcPts val="0"/>
              </a:spcAft>
              <a:buSzPts val="2800"/>
              <a:buNone/>
              <a:defRPr sz="2800"/>
            </a:lvl4pPr>
            <a:lvl5pPr lvl="4" algn="ctr">
              <a:spcBef>
                <a:spcPts val="0"/>
              </a:spcBef>
              <a:spcAft>
                <a:spcPts val="0"/>
              </a:spcAft>
              <a:buSzPts val="2800"/>
              <a:buNone/>
              <a:defRPr sz="2800"/>
            </a:lvl5pPr>
            <a:lvl6pPr lvl="5" algn="ctr">
              <a:spcBef>
                <a:spcPts val="0"/>
              </a:spcBef>
              <a:spcAft>
                <a:spcPts val="0"/>
              </a:spcAft>
              <a:buSzPts val="2800"/>
              <a:buNone/>
              <a:defRPr sz="2800"/>
            </a:lvl6pPr>
            <a:lvl7pPr lvl="6" algn="ctr">
              <a:spcBef>
                <a:spcPts val="0"/>
              </a:spcBef>
              <a:spcAft>
                <a:spcPts val="0"/>
              </a:spcAft>
              <a:buSzPts val="2800"/>
              <a:buNone/>
              <a:defRPr sz="2800"/>
            </a:lvl7pPr>
            <a:lvl8pPr lvl="7" algn="ctr">
              <a:spcBef>
                <a:spcPts val="0"/>
              </a:spcBef>
              <a:spcAft>
                <a:spcPts val="0"/>
              </a:spcAft>
              <a:buSzPts val="2800"/>
              <a:buNone/>
              <a:defRPr sz="2800"/>
            </a:lvl8pPr>
            <a:lvl9pPr lvl="8" algn="ctr">
              <a:spcBef>
                <a:spcPts val="0"/>
              </a:spcBef>
              <a:spcAft>
                <a:spcPts val="0"/>
              </a:spcAft>
              <a:buSzPts val="2800"/>
              <a:buNone/>
              <a:defRPr sz="2800"/>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 header">
    <p:spTree>
      <p:nvGrpSpPr>
        <p:cNvPr id="336" name="Shape 336"/>
        <p:cNvGrpSpPr/>
        <p:nvPr/>
      </p:nvGrpSpPr>
      <p:grpSpPr>
        <a:xfrm>
          <a:off x="0" y="0"/>
          <a:ext cx="0" cy="0"/>
          <a:chOff x="0" y="0"/>
          <a:chExt cx="0" cy="0"/>
        </a:xfrm>
      </p:grpSpPr>
      <p:sp>
        <p:nvSpPr>
          <p:cNvPr id="337" name="Google Shape;337;p21"/>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 and body">
    <p:spTree>
      <p:nvGrpSpPr>
        <p:cNvPr id="338" name="Shape 338"/>
        <p:cNvGrpSpPr/>
        <p:nvPr/>
      </p:nvGrpSpPr>
      <p:grpSpPr>
        <a:xfrm>
          <a:off x="0" y="0"/>
          <a:ext cx="0" cy="0"/>
          <a:chOff x="0" y="0"/>
          <a:chExt cx="0" cy="0"/>
        </a:xfrm>
      </p:grpSpPr>
      <p:sp>
        <p:nvSpPr>
          <p:cNvPr id="339" name="Google Shape;339;p22"/>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40" name="Google Shape;340;p22"/>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p:cSld name="Title and two columns">
    <p:spTree>
      <p:nvGrpSpPr>
        <p:cNvPr id="341" name="Shape 341"/>
        <p:cNvGrpSpPr/>
        <p:nvPr/>
      </p:nvGrpSpPr>
      <p:grpSpPr>
        <a:xfrm>
          <a:off x="0" y="0"/>
          <a:ext cx="0" cy="0"/>
          <a:chOff x="0" y="0"/>
          <a:chExt cx="0" cy="0"/>
        </a:xfrm>
      </p:grpSpPr>
      <p:sp>
        <p:nvSpPr>
          <p:cNvPr id="342" name="Google Shape;342;p23"/>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43" name="Google Shape;343;p23"/>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44" name="Google Shape;344;p23"/>
          <p:cNvSpPr txBox="1"/>
          <p:nvPr>
            <p:ph idx="2" type="body"/>
          </p:nvPr>
        </p:nvSpPr>
        <p:spPr>
          <a:xfrm>
            <a:off x="4832400" y="1152475"/>
            <a:ext cx="3999900" cy="3416400"/>
          </a:xfrm>
          <a:prstGeom prst="rect">
            <a:avLst/>
          </a:prstGeom>
        </p:spPr>
        <p:txBody>
          <a:bodyPr anchorCtr="0" anchor="t" bIns="91425" lIns="91425" spcFirstLastPara="1" rIns="91425" wrap="square" tIns="91425">
            <a:spAutoFit/>
          </a:bodyPr>
          <a:lstStyle>
            <a:lvl1pPr indent="-317500" lvl="0" marL="457200">
              <a:spcBef>
                <a:spcPts val="0"/>
              </a:spcBef>
              <a:spcAft>
                <a:spcPts val="0"/>
              </a:spcAft>
              <a:buSzPts val="1400"/>
              <a:buChar char="●"/>
              <a:defRPr sz="1400"/>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345" name="Shape 345"/>
        <p:cNvGrpSpPr/>
        <p:nvPr/>
      </p:nvGrpSpPr>
      <p:grpSpPr>
        <a:xfrm>
          <a:off x="0" y="0"/>
          <a:ext cx="0" cy="0"/>
          <a:chOff x="0" y="0"/>
          <a:chExt cx="0" cy="0"/>
        </a:xfrm>
      </p:grpSpPr>
      <p:sp>
        <p:nvSpPr>
          <p:cNvPr id="346" name="Google Shape;346;p2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 column text">
    <p:spTree>
      <p:nvGrpSpPr>
        <p:cNvPr id="347" name="Shape 347"/>
        <p:cNvGrpSpPr/>
        <p:nvPr/>
      </p:nvGrpSpPr>
      <p:grpSpPr>
        <a:xfrm>
          <a:off x="0" y="0"/>
          <a:ext cx="0" cy="0"/>
          <a:chOff x="0" y="0"/>
          <a:chExt cx="0" cy="0"/>
        </a:xfrm>
      </p:grpSpPr>
      <p:sp>
        <p:nvSpPr>
          <p:cNvPr id="348" name="Google Shape;348;p25"/>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49" name="Google Shape;349;p25"/>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 point">
    <p:spTree>
      <p:nvGrpSpPr>
        <p:cNvPr id="350" name="Shape 350"/>
        <p:cNvGrpSpPr/>
        <p:nvPr/>
      </p:nvGrpSpPr>
      <p:grpSpPr>
        <a:xfrm>
          <a:off x="0" y="0"/>
          <a:ext cx="0" cy="0"/>
          <a:chOff x="0" y="0"/>
          <a:chExt cx="0" cy="0"/>
        </a:xfrm>
      </p:grpSpPr>
      <p:sp>
        <p:nvSpPr>
          <p:cNvPr id="351" name="Google Shape;351;p26"/>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 title and description">
    <p:spTree>
      <p:nvGrpSpPr>
        <p:cNvPr id="352" name="Shape 352"/>
        <p:cNvGrpSpPr/>
        <p:nvPr/>
      </p:nvGrpSpPr>
      <p:grpSpPr>
        <a:xfrm>
          <a:off x="0" y="0"/>
          <a:ext cx="0" cy="0"/>
          <a:chOff x="0" y="0"/>
          <a:chExt cx="0" cy="0"/>
        </a:xfrm>
      </p:grpSpPr>
      <p:sp>
        <p:nvSpPr>
          <p:cNvPr id="353" name="Google Shape;353;p27"/>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54" name="Google Shape;354;p27"/>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spcBef>
                <a:spcPts val="0"/>
              </a:spcBef>
              <a:spcAft>
                <a:spcPts val="0"/>
              </a:spcAft>
              <a:buSzPts val="2100"/>
              <a:buNone/>
              <a:defRPr sz="2100"/>
            </a:lvl1pPr>
            <a:lvl2pPr lvl="1" algn="ctr">
              <a:spcBef>
                <a:spcPts val="0"/>
              </a:spcBef>
              <a:spcAft>
                <a:spcPts val="0"/>
              </a:spcAft>
              <a:buSzPts val="2100"/>
              <a:buNone/>
              <a:defRPr sz="2100"/>
            </a:lvl2pPr>
            <a:lvl3pPr lvl="2" algn="ctr">
              <a:spcBef>
                <a:spcPts val="0"/>
              </a:spcBef>
              <a:spcAft>
                <a:spcPts val="0"/>
              </a:spcAft>
              <a:buSzPts val="2100"/>
              <a:buNone/>
              <a:defRPr sz="2100"/>
            </a:lvl3pPr>
            <a:lvl4pPr lvl="3" algn="ctr">
              <a:spcBef>
                <a:spcPts val="0"/>
              </a:spcBef>
              <a:spcAft>
                <a:spcPts val="0"/>
              </a:spcAft>
              <a:buSzPts val="2100"/>
              <a:buNone/>
              <a:defRPr sz="2100"/>
            </a:lvl4pPr>
            <a:lvl5pPr lvl="4" algn="ctr">
              <a:spcBef>
                <a:spcPts val="0"/>
              </a:spcBef>
              <a:spcAft>
                <a:spcPts val="0"/>
              </a:spcAft>
              <a:buSzPts val="2100"/>
              <a:buNone/>
              <a:defRPr sz="2100"/>
            </a:lvl5pPr>
            <a:lvl6pPr lvl="5" algn="ctr">
              <a:spcBef>
                <a:spcPts val="0"/>
              </a:spcBef>
              <a:spcAft>
                <a:spcPts val="0"/>
              </a:spcAft>
              <a:buSzPts val="2100"/>
              <a:buNone/>
              <a:defRPr sz="2100"/>
            </a:lvl6pPr>
            <a:lvl7pPr lvl="6" algn="ctr">
              <a:spcBef>
                <a:spcPts val="0"/>
              </a:spcBef>
              <a:spcAft>
                <a:spcPts val="0"/>
              </a:spcAft>
              <a:buSzPts val="2100"/>
              <a:buNone/>
              <a:defRPr sz="2100"/>
            </a:lvl7pPr>
            <a:lvl8pPr lvl="7" algn="ctr">
              <a:spcBef>
                <a:spcPts val="0"/>
              </a:spcBef>
              <a:spcAft>
                <a:spcPts val="0"/>
              </a:spcAft>
              <a:buSzPts val="2100"/>
              <a:buNone/>
              <a:defRPr sz="2100"/>
            </a:lvl8pPr>
            <a:lvl9pPr lvl="8" algn="ctr">
              <a:spcBef>
                <a:spcPts val="0"/>
              </a:spcBef>
              <a:spcAft>
                <a:spcPts val="0"/>
              </a:spcAft>
              <a:buSzPts val="2100"/>
              <a:buNone/>
              <a:defRPr sz="2100"/>
            </a:lvl9pPr>
          </a:lstStyle>
          <a:p/>
        </p:txBody>
      </p:sp>
      <p:sp>
        <p:nvSpPr>
          <p:cNvPr id="355" name="Google Shape;355;p27"/>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
    <p:spTree>
      <p:nvGrpSpPr>
        <p:cNvPr id="356" name="Shape 356"/>
        <p:cNvGrpSpPr/>
        <p:nvPr/>
      </p:nvGrpSpPr>
      <p:grpSpPr>
        <a:xfrm>
          <a:off x="0" y="0"/>
          <a:ext cx="0" cy="0"/>
          <a:chOff x="0" y="0"/>
          <a:chExt cx="0" cy="0"/>
        </a:xfrm>
      </p:grpSpPr>
      <p:sp>
        <p:nvSpPr>
          <p:cNvPr id="357" name="Google Shape;357;p28"/>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spcBef>
                <a:spcPts val="0"/>
              </a:spcBef>
              <a:spcAft>
                <a:spcPts val="0"/>
              </a:spcAft>
              <a:buSzPts val="1200"/>
              <a:buNone/>
              <a:defRPr/>
            </a:lvl1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 number">
    <p:spTree>
      <p:nvGrpSpPr>
        <p:cNvPr id="358" name="Shape 358"/>
        <p:cNvGrpSpPr/>
        <p:nvPr/>
      </p:nvGrpSpPr>
      <p:grpSpPr>
        <a:xfrm>
          <a:off x="0" y="0"/>
          <a:ext cx="0" cy="0"/>
          <a:chOff x="0" y="0"/>
          <a:chExt cx="0" cy="0"/>
        </a:xfrm>
      </p:grpSpPr>
      <p:sp>
        <p:nvSpPr>
          <p:cNvPr id="359" name="Google Shape;359;p29"/>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360" name="Google Shape;360;p29"/>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304800" lvl="0" marL="457200" algn="ctr">
              <a:spcBef>
                <a:spcPts val="0"/>
              </a:spcBef>
              <a:spcAft>
                <a:spcPts val="0"/>
              </a:spcAft>
              <a:buSzPts val="1200"/>
              <a:buChar char="●"/>
              <a:defRPr/>
            </a:lvl1pPr>
            <a:lvl2pPr indent="-304800" lvl="1" marL="914400" algn="ctr">
              <a:spcBef>
                <a:spcPts val="0"/>
              </a:spcBef>
              <a:spcAft>
                <a:spcPts val="0"/>
              </a:spcAft>
              <a:buSzPts val="1200"/>
              <a:buChar char="○"/>
              <a:defRPr/>
            </a:lvl2pPr>
            <a:lvl3pPr indent="-304800" lvl="2" marL="1371600" algn="ctr">
              <a:spcBef>
                <a:spcPts val="0"/>
              </a:spcBef>
              <a:spcAft>
                <a:spcPts val="0"/>
              </a:spcAft>
              <a:buSzPts val="1200"/>
              <a:buChar char="■"/>
              <a:defRPr/>
            </a:lvl3pPr>
            <a:lvl4pPr indent="-304800" lvl="3" marL="1828800" algn="ctr">
              <a:spcBef>
                <a:spcPts val="0"/>
              </a:spcBef>
              <a:spcAft>
                <a:spcPts val="0"/>
              </a:spcAft>
              <a:buSzPts val="1200"/>
              <a:buChar char="●"/>
              <a:defRPr/>
            </a:lvl4pPr>
            <a:lvl5pPr indent="-304800" lvl="4" marL="2286000" algn="ctr">
              <a:spcBef>
                <a:spcPts val="0"/>
              </a:spcBef>
              <a:spcAft>
                <a:spcPts val="0"/>
              </a:spcAft>
              <a:buSzPts val="1200"/>
              <a:buChar char="○"/>
              <a:defRPr/>
            </a:lvl5pPr>
            <a:lvl6pPr indent="-304800" lvl="5" marL="2743200" algn="ctr">
              <a:spcBef>
                <a:spcPts val="0"/>
              </a:spcBef>
              <a:spcAft>
                <a:spcPts val="0"/>
              </a:spcAft>
              <a:buSzPts val="1200"/>
              <a:buChar char="■"/>
              <a:defRPr/>
            </a:lvl6pPr>
            <a:lvl7pPr indent="-304800" lvl="6" marL="3200400" algn="ctr">
              <a:spcBef>
                <a:spcPts val="0"/>
              </a:spcBef>
              <a:spcAft>
                <a:spcPts val="0"/>
              </a:spcAft>
              <a:buSzPts val="1200"/>
              <a:buChar char="●"/>
              <a:defRPr/>
            </a:lvl7pPr>
            <a:lvl8pPr indent="-304800" lvl="7" marL="3657600" algn="ctr">
              <a:spcBef>
                <a:spcPts val="0"/>
              </a:spcBef>
              <a:spcAft>
                <a:spcPts val="0"/>
              </a:spcAft>
              <a:buSzPts val="1200"/>
              <a:buChar char="○"/>
              <a:defRPr/>
            </a:lvl8pPr>
            <a:lvl9pPr indent="-304800" lvl="8" marL="4114800" algn="ctr">
              <a:spcBef>
                <a:spcPts val="0"/>
              </a:spcBef>
              <a:spcAft>
                <a:spcPts val="0"/>
              </a:spcAft>
              <a:buSzPts val="1200"/>
              <a:buChar char="■"/>
              <a:defRPr/>
            </a:lvl9pPr>
          </a:lstStyl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361" name="Shape 361"/>
        <p:cNvGrpSpPr/>
        <p:nvPr/>
      </p:nvGrpSpPr>
      <p:grpSpPr>
        <a:xfrm>
          <a:off x="0" y="0"/>
          <a:ext cx="0" cy="0"/>
          <a:chOff x="0" y="0"/>
          <a:chExt cx="0" cy="0"/>
        </a:xfrm>
      </p:grpSpPr>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Agenda">
    <p:spTree>
      <p:nvGrpSpPr>
        <p:cNvPr id="362" name="Shape 362"/>
        <p:cNvGrpSpPr/>
        <p:nvPr/>
      </p:nvGrpSpPr>
      <p:grpSpPr>
        <a:xfrm>
          <a:off x="0" y="0"/>
          <a:ext cx="0" cy="0"/>
          <a:chOff x="0" y="0"/>
          <a:chExt cx="0" cy="0"/>
        </a:xfrm>
      </p:grpSpPr>
      <p:sp>
        <p:nvSpPr>
          <p:cNvPr id="363" name="Google Shape;363;p31"/>
          <p:cNvSpPr txBox="1"/>
          <p:nvPr>
            <p:ph type="title"/>
          </p:nvPr>
        </p:nvSpPr>
        <p:spPr>
          <a:xfrm>
            <a:off x="677325" y="1832775"/>
            <a:ext cx="3217200" cy="1484100"/>
          </a:xfrm>
          <a:prstGeom prst="rect">
            <a:avLst/>
          </a:prstGeom>
        </p:spPr>
        <p:txBody>
          <a:bodyPr anchorCtr="0" anchor="ctr" bIns="91425" lIns="91425" spcFirstLastPara="1" rIns="91425" wrap="square" tIns="91425">
            <a:noAutofit/>
          </a:bodyPr>
          <a:lstStyle>
            <a:lvl1pPr lvl="0">
              <a:spcBef>
                <a:spcPts val="0"/>
              </a:spcBef>
              <a:spcAft>
                <a:spcPts val="0"/>
              </a:spcAft>
              <a:buSzPts val="4200"/>
              <a:buNone/>
              <a:defRPr sz="4200"/>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64" name="Google Shape;364;p31"/>
          <p:cNvSpPr txBox="1"/>
          <p:nvPr>
            <p:ph idx="1" type="subTitle"/>
          </p:nvPr>
        </p:nvSpPr>
        <p:spPr>
          <a:xfrm>
            <a:off x="4406650" y="39375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65" name="Google Shape;365;p31"/>
          <p:cNvSpPr txBox="1"/>
          <p:nvPr>
            <p:ph idx="2" type="subTitle"/>
          </p:nvPr>
        </p:nvSpPr>
        <p:spPr>
          <a:xfrm>
            <a:off x="4406650" y="115170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66" name="Google Shape;366;p31"/>
          <p:cNvSpPr txBox="1"/>
          <p:nvPr>
            <p:ph idx="3" type="subTitle"/>
          </p:nvPr>
        </p:nvSpPr>
        <p:spPr>
          <a:xfrm>
            <a:off x="4406650" y="342557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67" name="Google Shape;367;p31"/>
          <p:cNvSpPr txBox="1"/>
          <p:nvPr>
            <p:ph idx="4" type="subTitle"/>
          </p:nvPr>
        </p:nvSpPr>
        <p:spPr>
          <a:xfrm>
            <a:off x="4406650" y="190966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68" name="Google Shape;368;p31"/>
          <p:cNvSpPr txBox="1"/>
          <p:nvPr>
            <p:ph idx="5" type="subTitle"/>
          </p:nvPr>
        </p:nvSpPr>
        <p:spPr>
          <a:xfrm>
            <a:off x="4406650" y="418352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69" name="Google Shape;369;p31"/>
          <p:cNvSpPr txBox="1"/>
          <p:nvPr>
            <p:ph idx="6" type="subTitle"/>
          </p:nvPr>
        </p:nvSpPr>
        <p:spPr>
          <a:xfrm>
            <a:off x="4406650" y="266761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p:cSld name="Title, body and image">
    <p:spTree>
      <p:nvGrpSpPr>
        <p:cNvPr id="370" name="Shape 370"/>
        <p:cNvGrpSpPr/>
        <p:nvPr/>
      </p:nvGrpSpPr>
      <p:grpSpPr>
        <a:xfrm>
          <a:off x="0" y="0"/>
          <a:ext cx="0" cy="0"/>
          <a:chOff x="0" y="0"/>
          <a:chExt cx="0" cy="0"/>
        </a:xfrm>
      </p:grpSpPr>
      <p:sp>
        <p:nvSpPr>
          <p:cNvPr id="371" name="Google Shape;371;p32"/>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72" name="Google Shape;372;p32"/>
          <p:cNvSpPr txBox="1"/>
          <p:nvPr>
            <p:ph idx="1" type="body"/>
          </p:nvPr>
        </p:nvSpPr>
        <p:spPr>
          <a:xfrm>
            <a:off x="311700" y="1152475"/>
            <a:ext cx="4473900" cy="34164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373" name="Google Shape;373;p32"/>
          <p:cNvSpPr/>
          <p:nvPr>
            <p:ph idx="2" type="pic"/>
          </p:nvPr>
        </p:nvSpPr>
        <p:spPr>
          <a:xfrm>
            <a:off x="4992024" y="1152775"/>
            <a:ext cx="3840300" cy="3416400"/>
          </a:xfrm>
          <a:prstGeom prst="rect">
            <a:avLst/>
          </a:prstGeom>
          <a:noFill/>
          <a:ln>
            <a:noFill/>
          </a:ln>
        </p:spPr>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big ideas">
  <p:cSld name="Two big ideas">
    <p:spTree>
      <p:nvGrpSpPr>
        <p:cNvPr id="374" name="Shape 374"/>
        <p:cNvGrpSpPr/>
        <p:nvPr/>
      </p:nvGrpSpPr>
      <p:grpSpPr>
        <a:xfrm>
          <a:off x="0" y="0"/>
          <a:ext cx="0" cy="0"/>
          <a:chOff x="0" y="0"/>
          <a:chExt cx="0" cy="0"/>
        </a:xfrm>
      </p:grpSpPr>
      <p:sp>
        <p:nvSpPr>
          <p:cNvPr id="375" name="Google Shape;375;p33"/>
          <p:cNvSpPr txBox="1"/>
          <p:nvPr>
            <p:ph type="title"/>
          </p:nvPr>
        </p:nvSpPr>
        <p:spPr>
          <a:xfrm>
            <a:off x="483175"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76" name="Google Shape;376;p33"/>
          <p:cNvSpPr txBox="1"/>
          <p:nvPr>
            <p:ph idx="1" type="body"/>
          </p:nvPr>
        </p:nvSpPr>
        <p:spPr>
          <a:xfrm>
            <a:off x="483150" y="2237788"/>
            <a:ext cx="3619800" cy="23736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377" name="Google Shape;377;p33"/>
          <p:cNvSpPr txBox="1"/>
          <p:nvPr>
            <p:ph idx="2" type="body"/>
          </p:nvPr>
        </p:nvSpPr>
        <p:spPr>
          <a:xfrm>
            <a:off x="5048000" y="2237788"/>
            <a:ext cx="36198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78" name="Google Shape;378;p33"/>
          <p:cNvSpPr txBox="1"/>
          <p:nvPr>
            <p:ph idx="3" type="subTitle"/>
          </p:nvPr>
        </p:nvSpPr>
        <p:spPr>
          <a:xfrm>
            <a:off x="483150" y="1336161"/>
            <a:ext cx="36198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79" name="Google Shape;379;p33"/>
          <p:cNvSpPr txBox="1"/>
          <p:nvPr>
            <p:ph idx="4" type="subTitle"/>
          </p:nvPr>
        </p:nvSpPr>
        <p:spPr>
          <a:xfrm>
            <a:off x="5048000" y="1336161"/>
            <a:ext cx="36198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p:cSld name="Three big ideas">
    <p:spTree>
      <p:nvGrpSpPr>
        <p:cNvPr id="380" name="Shape 380"/>
        <p:cNvGrpSpPr/>
        <p:nvPr/>
      </p:nvGrpSpPr>
      <p:grpSpPr>
        <a:xfrm>
          <a:off x="0" y="0"/>
          <a:ext cx="0" cy="0"/>
          <a:chOff x="0" y="0"/>
          <a:chExt cx="0" cy="0"/>
        </a:xfrm>
      </p:grpSpPr>
      <p:sp>
        <p:nvSpPr>
          <p:cNvPr id="381" name="Google Shape;381;p34"/>
          <p:cNvSpPr txBox="1"/>
          <p:nvPr>
            <p:ph idx="1" type="body"/>
          </p:nvPr>
        </p:nvSpPr>
        <p:spPr>
          <a:xfrm>
            <a:off x="483175" y="2417500"/>
            <a:ext cx="2455500" cy="23736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382" name="Google Shape;382;p34"/>
          <p:cNvSpPr txBox="1"/>
          <p:nvPr>
            <p:ph idx="2" type="body"/>
          </p:nvPr>
        </p:nvSpPr>
        <p:spPr>
          <a:xfrm>
            <a:off x="3347725" y="2417500"/>
            <a:ext cx="24555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83" name="Google Shape;383;p34"/>
          <p:cNvSpPr txBox="1"/>
          <p:nvPr>
            <p:ph type="title"/>
          </p:nvPr>
        </p:nvSpPr>
        <p:spPr>
          <a:xfrm>
            <a:off x="483175"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84" name="Google Shape;384;p34"/>
          <p:cNvSpPr txBox="1"/>
          <p:nvPr>
            <p:ph idx="3" type="subTitle"/>
          </p:nvPr>
        </p:nvSpPr>
        <p:spPr>
          <a:xfrm>
            <a:off x="48317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85" name="Google Shape;385;p34"/>
          <p:cNvSpPr txBox="1"/>
          <p:nvPr>
            <p:ph idx="4" type="subTitle"/>
          </p:nvPr>
        </p:nvSpPr>
        <p:spPr>
          <a:xfrm>
            <a:off x="334772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86" name="Google Shape;386;p34"/>
          <p:cNvSpPr txBox="1"/>
          <p:nvPr>
            <p:ph idx="5" type="subTitle"/>
          </p:nvPr>
        </p:nvSpPr>
        <p:spPr>
          <a:xfrm>
            <a:off x="621227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87" name="Google Shape;387;p34"/>
          <p:cNvSpPr txBox="1"/>
          <p:nvPr>
            <p:ph idx="6" type="body"/>
          </p:nvPr>
        </p:nvSpPr>
        <p:spPr>
          <a:xfrm>
            <a:off x="6212275" y="2417500"/>
            <a:ext cx="24555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p:cSld name="Four big ideas">
    <p:spTree>
      <p:nvGrpSpPr>
        <p:cNvPr id="388" name="Shape 388"/>
        <p:cNvGrpSpPr/>
        <p:nvPr/>
      </p:nvGrpSpPr>
      <p:grpSpPr>
        <a:xfrm>
          <a:off x="0" y="0"/>
          <a:ext cx="0" cy="0"/>
          <a:chOff x="0" y="0"/>
          <a:chExt cx="0" cy="0"/>
        </a:xfrm>
      </p:grpSpPr>
      <p:sp>
        <p:nvSpPr>
          <p:cNvPr id="389" name="Google Shape;389;p35"/>
          <p:cNvSpPr txBox="1"/>
          <p:nvPr>
            <p:ph idx="1" type="body"/>
          </p:nvPr>
        </p:nvSpPr>
        <p:spPr>
          <a:xfrm>
            <a:off x="366725" y="1759093"/>
            <a:ext cx="3838500" cy="1138500"/>
          </a:xfrm>
          <a:prstGeom prst="rect">
            <a:avLst/>
          </a:prstGeom>
        </p:spPr>
        <p:txBody>
          <a:bodyPr anchorCtr="0" anchor="t" bIns="91425" lIns="91425" spcFirstLastPara="1" rIns="91425" wrap="square" tIns="91425">
            <a:spAutoFit/>
          </a:bodyPr>
          <a:lstStyle>
            <a:lvl1pPr indent="-317500" lvl="0" marL="457200">
              <a:spcBef>
                <a:spcPts val="0"/>
              </a:spcBef>
              <a:spcAft>
                <a:spcPts val="0"/>
              </a:spcAft>
              <a:buSzPts val="1400"/>
              <a:buChar char="●"/>
              <a:defRPr sz="1400"/>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390" name="Google Shape;390;p35"/>
          <p:cNvSpPr txBox="1"/>
          <p:nvPr>
            <p:ph idx="2" type="body"/>
          </p:nvPr>
        </p:nvSpPr>
        <p:spPr>
          <a:xfrm>
            <a:off x="4938725" y="1759093"/>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91" name="Google Shape;391;p35"/>
          <p:cNvSpPr txBox="1"/>
          <p:nvPr>
            <p:ph idx="3" type="body"/>
          </p:nvPr>
        </p:nvSpPr>
        <p:spPr>
          <a:xfrm>
            <a:off x="366750" y="3648575"/>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92" name="Google Shape;392;p35"/>
          <p:cNvSpPr txBox="1"/>
          <p:nvPr>
            <p:ph idx="4" type="body"/>
          </p:nvPr>
        </p:nvSpPr>
        <p:spPr>
          <a:xfrm>
            <a:off x="4938750" y="3648575"/>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93" name="Google Shape;393;p35"/>
          <p:cNvSpPr txBox="1"/>
          <p:nvPr>
            <p:ph type="title"/>
          </p:nvPr>
        </p:nvSpPr>
        <p:spPr>
          <a:xfrm>
            <a:off x="366750"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94" name="Google Shape;394;p35"/>
          <p:cNvSpPr txBox="1"/>
          <p:nvPr>
            <p:ph idx="5" type="subTitle"/>
          </p:nvPr>
        </p:nvSpPr>
        <p:spPr>
          <a:xfrm>
            <a:off x="366763" y="1277907"/>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95" name="Google Shape;395;p35"/>
          <p:cNvSpPr txBox="1"/>
          <p:nvPr>
            <p:ph idx="6" type="subTitle"/>
          </p:nvPr>
        </p:nvSpPr>
        <p:spPr>
          <a:xfrm>
            <a:off x="4938738" y="1277907"/>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96" name="Google Shape;396;p35"/>
          <p:cNvSpPr txBox="1"/>
          <p:nvPr>
            <p:ph idx="7" type="subTitle"/>
          </p:nvPr>
        </p:nvSpPr>
        <p:spPr>
          <a:xfrm>
            <a:off x="4938761" y="3167363"/>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97" name="Google Shape;397;p35"/>
          <p:cNvSpPr txBox="1"/>
          <p:nvPr>
            <p:ph idx="8" type="subTitle"/>
          </p:nvPr>
        </p:nvSpPr>
        <p:spPr>
          <a:xfrm>
            <a:off x="366750" y="3167363"/>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
  <p:cSld name="Title and image">
    <p:spTree>
      <p:nvGrpSpPr>
        <p:cNvPr id="398" name="Shape 398"/>
        <p:cNvGrpSpPr/>
        <p:nvPr/>
      </p:nvGrpSpPr>
      <p:grpSpPr>
        <a:xfrm>
          <a:off x="0" y="0"/>
          <a:ext cx="0" cy="0"/>
          <a:chOff x="0" y="0"/>
          <a:chExt cx="0" cy="0"/>
        </a:xfrm>
      </p:grpSpPr>
      <p:sp>
        <p:nvSpPr>
          <p:cNvPr id="399" name="Google Shape;399;p3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400" name="Google Shape;400;p36"/>
          <p:cNvSpPr/>
          <p:nvPr>
            <p:ph idx="2" type="pic"/>
          </p:nvPr>
        </p:nvSpPr>
        <p:spPr>
          <a:xfrm>
            <a:off x="311700" y="1170425"/>
            <a:ext cx="8520600" cy="3492900"/>
          </a:xfrm>
          <a:prstGeom prst="rect">
            <a:avLst/>
          </a:prstGeom>
          <a:noFill/>
          <a:ln>
            <a:noFill/>
          </a:ln>
        </p:spPr>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storyboards">
  <p:cSld name="Two storyboards">
    <p:spTree>
      <p:nvGrpSpPr>
        <p:cNvPr id="401" name="Shape 401"/>
        <p:cNvGrpSpPr/>
        <p:nvPr/>
      </p:nvGrpSpPr>
      <p:grpSpPr>
        <a:xfrm>
          <a:off x="0" y="0"/>
          <a:ext cx="0" cy="0"/>
          <a:chOff x="0" y="0"/>
          <a:chExt cx="0" cy="0"/>
        </a:xfrm>
      </p:grpSpPr>
      <p:sp>
        <p:nvSpPr>
          <p:cNvPr id="402" name="Google Shape;402;p37"/>
          <p:cNvSpPr txBox="1"/>
          <p:nvPr>
            <p:ph idx="1" type="body"/>
          </p:nvPr>
        </p:nvSpPr>
        <p:spPr>
          <a:xfrm>
            <a:off x="311700" y="4080225"/>
            <a:ext cx="4027500" cy="9261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403" name="Google Shape;403;p37"/>
          <p:cNvSpPr/>
          <p:nvPr>
            <p:ph idx="2" type="pic"/>
          </p:nvPr>
        </p:nvSpPr>
        <p:spPr>
          <a:xfrm>
            <a:off x="4804825" y="1133300"/>
            <a:ext cx="4027500" cy="2392800"/>
          </a:xfrm>
          <a:prstGeom prst="rect">
            <a:avLst/>
          </a:prstGeom>
          <a:noFill/>
          <a:ln>
            <a:noFill/>
          </a:ln>
        </p:spPr>
      </p:sp>
      <p:sp>
        <p:nvSpPr>
          <p:cNvPr id="404" name="Google Shape;404;p37"/>
          <p:cNvSpPr/>
          <p:nvPr>
            <p:ph idx="3" type="pic"/>
          </p:nvPr>
        </p:nvSpPr>
        <p:spPr>
          <a:xfrm>
            <a:off x="311725" y="1133300"/>
            <a:ext cx="4027500" cy="2392800"/>
          </a:xfrm>
          <a:prstGeom prst="rect">
            <a:avLst/>
          </a:prstGeom>
          <a:noFill/>
          <a:ln>
            <a:noFill/>
          </a:ln>
        </p:spPr>
      </p:sp>
      <p:sp>
        <p:nvSpPr>
          <p:cNvPr id="405" name="Google Shape;405;p37"/>
          <p:cNvSpPr txBox="1"/>
          <p:nvPr>
            <p:ph idx="4" type="body"/>
          </p:nvPr>
        </p:nvSpPr>
        <p:spPr>
          <a:xfrm>
            <a:off x="4804825" y="4080225"/>
            <a:ext cx="4027500" cy="9261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06" name="Google Shape;406;p37"/>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407" name="Google Shape;407;p37"/>
          <p:cNvSpPr txBox="1"/>
          <p:nvPr>
            <p:ph idx="5" type="subTitle"/>
          </p:nvPr>
        </p:nvSpPr>
        <p:spPr>
          <a:xfrm>
            <a:off x="311725" y="3582900"/>
            <a:ext cx="4027500" cy="481200"/>
          </a:xfrm>
          <a:prstGeom prst="rect">
            <a:avLst/>
          </a:prstGeom>
        </p:spPr>
        <p:txBody>
          <a:bodyPr anchorCtr="0" anchor="t" bIns="91425" lIns="91425" spcFirstLastPara="1" rIns="91425" wrap="square" tIns="91425">
            <a:noAutofit/>
          </a:bodyPr>
          <a:lstStyle>
            <a:lvl1pPr lvl="0">
              <a:spcBef>
                <a:spcPts val="0"/>
              </a:spcBef>
              <a:spcAft>
                <a:spcPts val="0"/>
              </a:spcAft>
              <a:buSzPts val="16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408" name="Google Shape;408;p37"/>
          <p:cNvSpPr txBox="1"/>
          <p:nvPr>
            <p:ph idx="6" type="subTitle"/>
          </p:nvPr>
        </p:nvSpPr>
        <p:spPr>
          <a:xfrm>
            <a:off x="4804825" y="3582900"/>
            <a:ext cx="4027500" cy="481200"/>
          </a:xfrm>
          <a:prstGeom prst="rect">
            <a:avLst/>
          </a:prstGeom>
        </p:spPr>
        <p:txBody>
          <a:bodyPr anchorCtr="0" anchor="t" bIns="91425" lIns="91425" spcFirstLastPara="1" rIns="91425" wrap="square" tIns="91425">
            <a:noAutofit/>
          </a:bodyPr>
          <a:lstStyle>
            <a:lvl1pPr lvl="0">
              <a:spcBef>
                <a:spcPts val="0"/>
              </a:spcBef>
              <a:spcAft>
                <a:spcPts val="0"/>
              </a:spcAft>
              <a:buSzPts val="16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storyboards">
  <p:cSld name="Three storyboards">
    <p:spTree>
      <p:nvGrpSpPr>
        <p:cNvPr id="409" name="Shape 409"/>
        <p:cNvGrpSpPr/>
        <p:nvPr/>
      </p:nvGrpSpPr>
      <p:grpSpPr>
        <a:xfrm>
          <a:off x="0" y="0"/>
          <a:ext cx="0" cy="0"/>
          <a:chOff x="0" y="0"/>
          <a:chExt cx="0" cy="0"/>
        </a:xfrm>
      </p:grpSpPr>
      <p:sp>
        <p:nvSpPr>
          <p:cNvPr id="410" name="Google Shape;410;p38"/>
          <p:cNvSpPr txBox="1"/>
          <p:nvPr>
            <p:ph idx="1" type="body"/>
          </p:nvPr>
        </p:nvSpPr>
        <p:spPr>
          <a:xfrm>
            <a:off x="311700" y="3911700"/>
            <a:ext cx="2627100" cy="10185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411" name="Google Shape;411;p38"/>
          <p:cNvSpPr/>
          <p:nvPr>
            <p:ph idx="2" type="pic"/>
          </p:nvPr>
        </p:nvSpPr>
        <p:spPr>
          <a:xfrm>
            <a:off x="6205225" y="1128325"/>
            <a:ext cx="2627100" cy="2273100"/>
          </a:xfrm>
          <a:prstGeom prst="rect">
            <a:avLst/>
          </a:prstGeom>
          <a:noFill/>
          <a:ln>
            <a:noFill/>
          </a:ln>
        </p:spPr>
      </p:sp>
      <p:sp>
        <p:nvSpPr>
          <p:cNvPr id="412" name="Google Shape;412;p38"/>
          <p:cNvSpPr/>
          <p:nvPr>
            <p:ph idx="3" type="pic"/>
          </p:nvPr>
        </p:nvSpPr>
        <p:spPr>
          <a:xfrm>
            <a:off x="311725" y="1128325"/>
            <a:ext cx="2627100" cy="2273100"/>
          </a:xfrm>
          <a:prstGeom prst="rect">
            <a:avLst/>
          </a:prstGeom>
          <a:noFill/>
          <a:ln>
            <a:noFill/>
          </a:ln>
        </p:spPr>
      </p:sp>
      <p:sp>
        <p:nvSpPr>
          <p:cNvPr id="413" name="Google Shape;413;p38"/>
          <p:cNvSpPr txBox="1"/>
          <p:nvPr>
            <p:ph idx="4" type="body"/>
          </p:nvPr>
        </p:nvSpPr>
        <p:spPr>
          <a:xfrm>
            <a:off x="6205225"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14" name="Google Shape;414;p38"/>
          <p:cNvSpPr/>
          <p:nvPr>
            <p:ph idx="5" type="pic"/>
          </p:nvPr>
        </p:nvSpPr>
        <p:spPr>
          <a:xfrm>
            <a:off x="3255250" y="1128325"/>
            <a:ext cx="2627100" cy="2273100"/>
          </a:xfrm>
          <a:prstGeom prst="rect">
            <a:avLst/>
          </a:prstGeom>
          <a:noFill/>
          <a:ln>
            <a:noFill/>
          </a:ln>
        </p:spPr>
      </p:sp>
      <p:sp>
        <p:nvSpPr>
          <p:cNvPr id="415" name="Google Shape;415;p38"/>
          <p:cNvSpPr txBox="1"/>
          <p:nvPr>
            <p:ph idx="6" type="body"/>
          </p:nvPr>
        </p:nvSpPr>
        <p:spPr>
          <a:xfrm>
            <a:off x="3255250"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16" name="Google Shape;416;p38"/>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417" name="Google Shape;417;p38"/>
          <p:cNvSpPr txBox="1"/>
          <p:nvPr>
            <p:ph idx="7" type="subTitle"/>
          </p:nvPr>
        </p:nvSpPr>
        <p:spPr>
          <a:xfrm>
            <a:off x="311725"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6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418" name="Google Shape;418;p38"/>
          <p:cNvSpPr txBox="1"/>
          <p:nvPr>
            <p:ph idx="8" type="subTitle"/>
          </p:nvPr>
        </p:nvSpPr>
        <p:spPr>
          <a:xfrm>
            <a:off x="6205225"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6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419" name="Google Shape;419;p38"/>
          <p:cNvSpPr txBox="1"/>
          <p:nvPr>
            <p:ph idx="9" type="subTitle"/>
          </p:nvPr>
        </p:nvSpPr>
        <p:spPr>
          <a:xfrm>
            <a:off x="3255250"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6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only">
  <p:cSld name="Image only">
    <p:spTree>
      <p:nvGrpSpPr>
        <p:cNvPr id="420" name="Shape 420"/>
        <p:cNvGrpSpPr/>
        <p:nvPr/>
      </p:nvGrpSpPr>
      <p:grpSpPr>
        <a:xfrm>
          <a:off x="0" y="0"/>
          <a:ext cx="0" cy="0"/>
          <a:chOff x="0" y="0"/>
          <a:chExt cx="0" cy="0"/>
        </a:xfrm>
      </p:grpSpPr>
      <p:sp>
        <p:nvSpPr>
          <p:cNvPr id="421" name="Google Shape;421;p39"/>
          <p:cNvSpPr/>
          <p:nvPr>
            <p:ph idx="2" type="pic"/>
          </p:nvPr>
        </p:nvSpPr>
        <p:spPr>
          <a:xfrm>
            <a:off x="311700" y="445025"/>
            <a:ext cx="8520600" cy="4218300"/>
          </a:xfrm>
          <a:prstGeom prst="rect">
            <a:avLst/>
          </a:prstGeom>
          <a:noFill/>
          <a:ln>
            <a:noFill/>
          </a:ln>
        </p:spPr>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grid">
  <p:cSld name="Image grid">
    <p:spTree>
      <p:nvGrpSpPr>
        <p:cNvPr id="422" name="Shape 422"/>
        <p:cNvGrpSpPr/>
        <p:nvPr/>
      </p:nvGrpSpPr>
      <p:grpSpPr>
        <a:xfrm>
          <a:off x="0" y="0"/>
          <a:ext cx="0" cy="0"/>
          <a:chOff x="0" y="0"/>
          <a:chExt cx="0" cy="0"/>
        </a:xfrm>
      </p:grpSpPr>
      <p:sp>
        <p:nvSpPr>
          <p:cNvPr id="423" name="Google Shape;423;p40"/>
          <p:cNvSpPr/>
          <p:nvPr>
            <p:ph idx="2" type="pic"/>
          </p:nvPr>
        </p:nvSpPr>
        <p:spPr>
          <a:xfrm>
            <a:off x="3389600" y="118913"/>
            <a:ext cx="1643700" cy="1535100"/>
          </a:xfrm>
          <a:prstGeom prst="rect">
            <a:avLst/>
          </a:prstGeom>
          <a:noFill/>
          <a:ln>
            <a:noFill/>
          </a:ln>
        </p:spPr>
      </p:sp>
      <p:sp>
        <p:nvSpPr>
          <p:cNvPr id="424" name="Google Shape;424;p40"/>
          <p:cNvSpPr/>
          <p:nvPr>
            <p:ph idx="3" type="pic"/>
          </p:nvPr>
        </p:nvSpPr>
        <p:spPr>
          <a:xfrm>
            <a:off x="5195935" y="118913"/>
            <a:ext cx="1643700" cy="1535100"/>
          </a:xfrm>
          <a:prstGeom prst="rect">
            <a:avLst/>
          </a:prstGeom>
          <a:noFill/>
          <a:ln>
            <a:noFill/>
          </a:ln>
        </p:spPr>
      </p:sp>
      <p:sp>
        <p:nvSpPr>
          <p:cNvPr id="425" name="Google Shape;425;p40"/>
          <p:cNvSpPr/>
          <p:nvPr>
            <p:ph idx="4" type="pic"/>
          </p:nvPr>
        </p:nvSpPr>
        <p:spPr>
          <a:xfrm>
            <a:off x="7002270" y="118913"/>
            <a:ext cx="1643700" cy="1535100"/>
          </a:xfrm>
          <a:prstGeom prst="rect">
            <a:avLst/>
          </a:prstGeom>
          <a:noFill/>
          <a:ln>
            <a:noFill/>
          </a:ln>
        </p:spPr>
      </p:sp>
      <p:sp>
        <p:nvSpPr>
          <p:cNvPr id="426" name="Google Shape;426;p40"/>
          <p:cNvSpPr/>
          <p:nvPr>
            <p:ph idx="5" type="pic"/>
          </p:nvPr>
        </p:nvSpPr>
        <p:spPr>
          <a:xfrm>
            <a:off x="3389588" y="1804212"/>
            <a:ext cx="1643700" cy="1535100"/>
          </a:xfrm>
          <a:prstGeom prst="rect">
            <a:avLst/>
          </a:prstGeom>
          <a:noFill/>
          <a:ln>
            <a:noFill/>
          </a:ln>
        </p:spPr>
      </p:sp>
      <p:sp>
        <p:nvSpPr>
          <p:cNvPr id="427" name="Google Shape;427;p40"/>
          <p:cNvSpPr/>
          <p:nvPr>
            <p:ph idx="6" type="pic"/>
          </p:nvPr>
        </p:nvSpPr>
        <p:spPr>
          <a:xfrm>
            <a:off x="5195922" y="1804212"/>
            <a:ext cx="1643700" cy="1535100"/>
          </a:xfrm>
          <a:prstGeom prst="rect">
            <a:avLst/>
          </a:prstGeom>
          <a:noFill/>
          <a:ln>
            <a:noFill/>
          </a:ln>
        </p:spPr>
      </p:sp>
      <p:sp>
        <p:nvSpPr>
          <p:cNvPr id="428" name="Google Shape;428;p40"/>
          <p:cNvSpPr/>
          <p:nvPr>
            <p:ph idx="7" type="pic"/>
          </p:nvPr>
        </p:nvSpPr>
        <p:spPr>
          <a:xfrm>
            <a:off x="7002257" y="1804212"/>
            <a:ext cx="1643700" cy="1535100"/>
          </a:xfrm>
          <a:prstGeom prst="rect">
            <a:avLst/>
          </a:prstGeom>
          <a:noFill/>
          <a:ln>
            <a:noFill/>
          </a:ln>
        </p:spPr>
      </p:sp>
      <p:sp>
        <p:nvSpPr>
          <p:cNvPr id="429" name="Google Shape;429;p40"/>
          <p:cNvSpPr txBox="1"/>
          <p:nvPr>
            <p:ph type="title"/>
          </p:nvPr>
        </p:nvSpPr>
        <p:spPr>
          <a:xfrm>
            <a:off x="351550" y="445025"/>
            <a:ext cx="2596800" cy="1706400"/>
          </a:xfrm>
          <a:prstGeom prst="rect">
            <a:avLst/>
          </a:prstGeom>
        </p:spPr>
        <p:txBody>
          <a:bodyPr anchorCtr="0" anchor="t" bIns="91425" lIns="91425" spcFirstLastPara="1" rIns="91425" wrap="square" tIns="91425">
            <a:sp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430" name="Google Shape;430;p40"/>
          <p:cNvSpPr/>
          <p:nvPr>
            <p:ph idx="8" type="pic"/>
          </p:nvPr>
        </p:nvSpPr>
        <p:spPr>
          <a:xfrm>
            <a:off x="3389588" y="3489487"/>
            <a:ext cx="1643700" cy="1535100"/>
          </a:xfrm>
          <a:prstGeom prst="rect">
            <a:avLst/>
          </a:prstGeom>
          <a:noFill/>
          <a:ln>
            <a:noFill/>
          </a:ln>
        </p:spPr>
      </p:sp>
      <p:sp>
        <p:nvSpPr>
          <p:cNvPr id="431" name="Google Shape;431;p40"/>
          <p:cNvSpPr/>
          <p:nvPr>
            <p:ph idx="9" type="pic"/>
          </p:nvPr>
        </p:nvSpPr>
        <p:spPr>
          <a:xfrm>
            <a:off x="5195922" y="3489487"/>
            <a:ext cx="1643700" cy="1535100"/>
          </a:xfrm>
          <a:prstGeom prst="rect">
            <a:avLst/>
          </a:prstGeom>
          <a:noFill/>
          <a:ln>
            <a:noFill/>
          </a:ln>
        </p:spPr>
      </p:sp>
      <p:sp>
        <p:nvSpPr>
          <p:cNvPr id="432" name="Google Shape;432;p40"/>
          <p:cNvSpPr/>
          <p:nvPr>
            <p:ph idx="13" type="pic"/>
          </p:nvPr>
        </p:nvSpPr>
        <p:spPr>
          <a:xfrm>
            <a:off x="7002257" y="3489487"/>
            <a:ext cx="1643700" cy="1535100"/>
          </a:xfrm>
          <a:prstGeom prst="rect">
            <a:avLst/>
          </a:prstGeom>
          <a:noFill/>
          <a:ln>
            <a:noFill/>
          </a:ln>
        </p:spPr>
      </p:sp>
    </p:spTree>
  </p:cSld>
  <p:clrMapOvr>
    <a:masterClrMapping/>
  </p:clrMapOvr>
  <p:extLst>
    <p:ext uri="{DCECCB84-F9BA-43D5-87BE-67443E8EF086}">
      <p15:sldGuideLst>
        <p15:guide id="1" pos="5564">
          <p15:clr>
            <a:srgbClr val="E46962"/>
          </p15:clr>
        </p15:guide>
      </p15:sldGuideLst>
    </p:ext>
  </p:extLst>
</p:sldLayout>
</file>

<file path=ppt/slideMasters/_rels/slideMaster1.xml.rels><?xml version="1.0" encoding="UTF-8" standalone="yes"?><Relationships xmlns="http://schemas.openxmlformats.org/package/2006/relationships"><Relationship Id="rId40" Type="http://schemas.openxmlformats.org/officeDocument/2006/relationships/theme" Target="../theme/theme1.xml"/><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5" Type="http://schemas.openxmlformats.org/officeDocument/2006/relationships/slideLayout" Target="../slideLayouts/slideLayout5.xml"/><Relationship Id="rId6" Type="http://schemas.openxmlformats.org/officeDocument/2006/relationships/slideLayout" Target="../slideLayouts/slideLayout6.xml"/><Relationship Id="rId29" Type="http://schemas.openxmlformats.org/officeDocument/2006/relationships/slideLayout" Target="../slideLayouts/slideLayout29.xml"/><Relationship Id="rId7" Type="http://schemas.openxmlformats.org/officeDocument/2006/relationships/slideLayout" Target="../slideLayouts/slideLayout7.xml"/><Relationship Id="rId8" Type="http://schemas.openxmlformats.org/officeDocument/2006/relationships/slideLayout" Target="../slideLayouts/slideLayout8.xml"/><Relationship Id="rId31" Type="http://schemas.openxmlformats.org/officeDocument/2006/relationships/slideLayout" Target="../slideLayouts/slideLayout31.xml"/><Relationship Id="rId30" Type="http://schemas.openxmlformats.org/officeDocument/2006/relationships/slideLayout" Target="../slideLayouts/slideLayout30.xml"/><Relationship Id="rId11" Type="http://schemas.openxmlformats.org/officeDocument/2006/relationships/slideLayout" Target="../slideLayouts/slideLayout11.xml"/><Relationship Id="rId33" Type="http://schemas.openxmlformats.org/officeDocument/2006/relationships/slideLayout" Target="../slideLayouts/slideLayout33.xml"/><Relationship Id="rId10" Type="http://schemas.openxmlformats.org/officeDocument/2006/relationships/slideLayout" Target="../slideLayouts/slideLayout10.xml"/><Relationship Id="rId32" Type="http://schemas.openxmlformats.org/officeDocument/2006/relationships/slideLayout" Target="../slideLayouts/slideLayout32.xml"/><Relationship Id="rId13" Type="http://schemas.openxmlformats.org/officeDocument/2006/relationships/slideLayout" Target="../slideLayouts/slideLayout13.xml"/><Relationship Id="rId35" Type="http://schemas.openxmlformats.org/officeDocument/2006/relationships/slideLayout" Target="../slideLayouts/slideLayout35.xml"/><Relationship Id="rId12" Type="http://schemas.openxmlformats.org/officeDocument/2006/relationships/slideLayout" Target="../slideLayouts/slideLayout12.xml"/><Relationship Id="rId34" Type="http://schemas.openxmlformats.org/officeDocument/2006/relationships/slideLayout" Target="../slideLayouts/slideLayout34.xml"/><Relationship Id="rId15" Type="http://schemas.openxmlformats.org/officeDocument/2006/relationships/slideLayout" Target="../slideLayouts/slideLayout15.xml"/><Relationship Id="rId37" Type="http://schemas.openxmlformats.org/officeDocument/2006/relationships/slideLayout" Target="../slideLayouts/slideLayout37.xml"/><Relationship Id="rId14" Type="http://schemas.openxmlformats.org/officeDocument/2006/relationships/slideLayout" Target="../slideLayouts/slideLayout14.xml"/><Relationship Id="rId36" Type="http://schemas.openxmlformats.org/officeDocument/2006/relationships/slideLayout" Target="../slideLayouts/slideLayout36.xml"/><Relationship Id="rId17" Type="http://schemas.openxmlformats.org/officeDocument/2006/relationships/slideLayout" Target="../slideLayouts/slideLayout17.xml"/><Relationship Id="rId39" Type="http://schemas.openxmlformats.org/officeDocument/2006/relationships/slideLayout" Target="../slideLayouts/slideLayout39.xml"/><Relationship Id="rId16" Type="http://schemas.openxmlformats.org/officeDocument/2006/relationships/slideLayout" Target="../slideLayouts/slideLayout16.xml"/><Relationship Id="rId38" Type="http://schemas.openxmlformats.org/officeDocument/2006/relationships/slideLayout" Target="../slideLayouts/slideLayout38.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dk1"/>
        </a:solidFill>
      </p:bgPr>
    </p:bg>
    <p:spTree>
      <p:nvGrpSpPr>
        <p:cNvPr id="5" name="Shape 5"/>
        <p:cNvGrpSpPr/>
        <p:nvPr/>
      </p:nvGrpSpPr>
      <p:grpSpPr>
        <a:xfrm>
          <a:off x="0" y="0"/>
          <a:ext cx="0" cy="0"/>
          <a:chOff x="0" y="0"/>
          <a:chExt cx="0" cy="0"/>
        </a:xfrm>
      </p:grpSpPr>
      <p:sp>
        <p:nvSpPr>
          <p:cNvPr id="6" name="Google Shape;6;p1"/>
          <p:cNvSpPr txBox="1"/>
          <p:nvPr>
            <p:ph idx="1" type="body"/>
          </p:nvPr>
        </p:nvSpPr>
        <p:spPr>
          <a:xfrm>
            <a:off x="228600" y="1452125"/>
            <a:ext cx="5760600" cy="3460200"/>
          </a:xfrm>
          <a:prstGeom prst="rect">
            <a:avLst/>
          </a:prstGeom>
          <a:noFill/>
          <a:ln>
            <a:noFill/>
          </a:ln>
        </p:spPr>
        <p:txBody>
          <a:bodyPr anchorCtr="0" anchor="t" bIns="91425" lIns="91425" spcFirstLastPara="1" rIns="91425" wrap="square" tIns="91425">
            <a:spAutoFit/>
          </a:bodyPr>
          <a:lstStyle>
            <a:lvl1pPr indent="-304800" lvl="0" marL="457200">
              <a:lnSpc>
                <a:spcPct val="115000"/>
              </a:lnSpc>
              <a:spcBef>
                <a:spcPts val="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1pPr>
            <a:lvl2pPr indent="-304800" lvl="1" marL="914400">
              <a:lnSpc>
                <a:spcPct val="115000"/>
              </a:lnSpc>
              <a:spcBef>
                <a:spcPts val="80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2pPr>
            <a:lvl3pPr indent="-304800" lvl="2" marL="1371600">
              <a:lnSpc>
                <a:spcPct val="115000"/>
              </a:lnSpc>
              <a:spcBef>
                <a:spcPts val="80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3pPr>
            <a:lvl4pPr indent="-304800" lvl="3" marL="1828800">
              <a:lnSpc>
                <a:spcPct val="115000"/>
              </a:lnSpc>
              <a:spcBef>
                <a:spcPts val="80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4pPr>
            <a:lvl5pPr indent="-304800" lvl="4" marL="2286000">
              <a:lnSpc>
                <a:spcPct val="115000"/>
              </a:lnSpc>
              <a:spcBef>
                <a:spcPts val="80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5pPr>
            <a:lvl6pPr indent="-304800" lvl="5" marL="2743200">
              <a:lnSpc>
                <a:spcPct val="115000"/>
              </a:lnSpc>
              <a:spcBef>
                <a:spcPts val="80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6pPr>
            <a:lvl7pPr indent="-304800" lvl="6" marL="3200400">
              <a:lnSpc>
                <a:spcPct val="115000"/>
              </a:lnSpc>
              <a:spcBef>
                <a:spcPts val="80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7pPr>
            <a:lvl8pPr indent="-304800" lvl="7" marL="3657600">
              <a:lnSpc>
                <a:spcPct val="115000"/>
              </a:lnSpc>
              <a:spcBef>
                <a:spcPts val="80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8pPr>
            <a:lvl9pPr indent="-304800" lvl="8" marL="4114800">
              <a:lnSpc>
                <a:spcPct val="115000"/>
              </a:lnSpc>
              <a:spcBef>
                <a:spcPts val="800"/>
              </a:spcBef>
              <a:spcAft>
                <a:spcPts val="800"/>
              </a:spcAft>
              <a:buClr>
                <a:schemeClr val="lt1"/>
              </a:buClr>
              <a:buSzPts val="1200"/>
              <a:buFont typeface="Urbanist"/>
              <a:buChar char="■"/>
              <a:defRPr sz="1200">
                <a:solidFill>
                  <a:schemeClr val="lt1"/>
                </a:solidFill>
                <a:latin typeface="Urbanist"/>
                <a:ea typeface="Urbanist"/>
                <a:cs typeface="Urbanist"/>
                <a:sym typeface="Urbanist"/>
              </a:defRPr>
            </a:lvl9pPr>
          </a:lstStyle>
          <a:p/>
        </p:txBody>
      </p:sp>
      <p:sp>
        <p:nvSpPr>
          <p:cNvPr id="7" name="Google Shape;7;p1"/>
          <p:cNvSpPr txBox="1"/>
          <p:nvPr>
            <p:ph type="title"/>
          </p:nvPr>
        </p:nvSpPr>
        <p:spPr>
          <a:xfrm>
            <a:off x="228600" y="85200"/>
            <a:ext cx="5236500" cy="10998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lt1"/>
              </a:buClr>
              <a:buSzPts val="3000"/>
              <a:buFont typeface="Urbanist Medium"/>
              <a:buNone/>
              <a:defRPr sz="3000">
                <a:solidFill>
                  <a:schemeClr val="lt1"/>
                </a:solidFill>
                <a:latin typeface="Urbanist Medium"/>
                <a:ea typeface="Urbanist Medium"/>
                <a:cs typeface="Urbanist Medium"/>
                <a:sym typeface="Urbanist Medium"/>
              </a:defRPr>
            </a:lvl1pPr>
            <a:lvl2pPr lvl="1">
              <a:spcBef>
                <a:spcPts val="0"/>
              </a:spcBef>
              <a:spcAft>
                <a:spcPts val="0"/>
              </a:spcAft>
              <a:buClr>
                <a:schemeClr val="lt1"/>
              </a:buClr>
              <a:buSzPts val="3000"/>
              <a:buFont typeface="Urbanist"/>
              <a:buNone/>
              <a:defRPr sz="3000">
                <a:solidFill>
                  <a:schemeClr val="lt1"/>
                </a:solidFill>
                <a:latin typeface="Urbanist"/>
                <a:ea typeface="Urbanist"/>
                <a:cs typeface="Urbanist"/>
                <a:sym typeface="Urbanist"/>
              </a:defRPr>
            </a:lvl2pPr>
            <a:lvl3pPr lvl="2">
              <a:spcBef>
                <a:spcPts val="0"/>
              </a:spcBef>
              <a:spcAft>
                <a:spcPts val="0"/>
              </a:spcAft>
              <a:buClr>
                <a:schemeClr val="lt1"/>
              </a:buClr>
              <a:buSzPts val="3000"/>
              <a:buFont typeface="Urbanist"/>
              <a:buNone/>
              <a:defRPr sz="3000">
                <a:solidFill>
                  <a:schemeClr val="lt1"/>
                </a:solidFill>
                <a:latin typeface="Urbanist"/>
                <a:ea typeface="Urbanist"/>
                <a:cs typeface="Urbanist"/>
                <a:sym typeface="Urbanist"/>
              </a:defRPr>
            </a:lvl3pPr>
            <a:lvl4pPr lvl="3">
              <a:spcBef>
                <a:spcPts val="0"/>
              </a:spcBef>
              <a:spcAft>
                <a:spcPts val="0"/>
              </a:spcAft>
              <a:buClr>
                <a:schemeClr val="lt1"/>
              </a:buClr>
              <a:buSzPts val="3000"/>
              <a:buFont typeface="Urbanist"/>
              <a:buNone/>
              <a:defRPr sz="3000">
                <a:solidFill>
                  <a:schemeClr val="lt1"/>
                </a:solidFill>
                <a:latin typeface="Urbanist"/>
                <a:ea typeface="Urbanist"/>
                <a:cs typeface="Urbanist"/>
                <a:sym typeface="Urbanist"/>
              </a:defRPr>
            </a:lvl4pPr>
            <a:lvl5pPr lvl="4">
              <a:spcBef>
                <a:spcPts val="0"/>
              </a:spcBef>
              <a:spcAft>
                <a:spcPts val="0"/>
              </a:spcAft>
              <a:buClr>
                <a:schemeClr val="lt1"/>
              </a:buClr>
              <a:buSzPts val="3000"/>
              <a:buFont typeface="Urbanist"/>
              <a:buNone/>
              <a:defRPr sz="3000">
                <a:solidFill>
                  <a:schemeClr val="lt1"/>
                </a:solidFill>
                <a:latin typeface="Urbanist"/>
                <a:ea typeface="Urbanist"/>
                <a:cs typeface="Urbanist"/>
                <a:sym typeface="Urbanist"/>
              </a:defRPr>
            </a:lvl5pPr>
            <a:lvl6pPr lvl="5">
              <a:spcBef>
                <a:spcPts val="0"/>
              </a:spcBef>
              <a:spcAft>
                <a:spcPts val="0"/>
              </a:spcAft>
              <a:buClr>
                <a:schemeClr val="lt1"/>
              </a:buClr>
              <a:buSzPts val="3000"/>
              <a:buFont typeface="Urbanist"/>
              <a:buNone/>
              <a:defRPr sz="3000">
                <a:solidFill>
                  <a:schemeClr val="lt1"/>
                </a:solidFill>
                <a:latin typeface="Urbanist"/>
                <a:ea typeface="Urbanist"/>
                <a:cs typeface="Urbanist"/>
                <a:sym typeface="Urbanist"/>
              </a:defRPr>
            </a:lvl6pPr>
            <a:lvl7pPr lvl="6">
              <a:spcBef>
                <a:spcPts val="0"/>
              </a:spcBef>
              <a:spcAft>
                <a:spcPts val="0"/>
              </a:spcAft>
              <a:buClr>
                <a:schemeClr val="lt1"/>
              </a:buClr>
              <a:buSzPts val="3000"/>
              <a:buFont typeface="Urbanist"/>
              <a:buNone/>
              <a:defRPr sz="3000">
                <a:solidFill>
                  <a:schemeClr val="lt1"/>
                </a:solidFill>
                <a:latin typeface="Urbanist"/>
                <a:ea typeface="Urbanist"/>
                <a:cs typeface="Urbanist"/>
                <a:sym typeface="Urbanist"/>
              </a:defRPr>
            </a:lvl7pPr>
            <a:lvl8pPr lvl="7">
              <a:spcBef>
                <a:spcPts val="0"/>
              </a:spcBef>
              <a:spcAft>
                <a:spcPts val="0"/>
              </a:spcAft>
              <a:buClr>
                <a:schemeClr val="lt1"/>
              </a:buClr>
              <a:buSzPts val="3000"/>
              <a:buFont typeface="Urbanist"/>
              <a:buNone/>
              <a:defRPr sz="3000">
                <a:solidFill>
                  <a:schemeClr val="lt1"/>
                </a:solidFill>
                <a:latin typeface="Urbanist"/>
                <a:ea typeface="Urbanist"/>
                <a:cs typeface="Urbanist"/>
                <a:sym typeface="Urbanist"/>
              </a:defRPr>
            </a:lvl8pPr>
            <a:lvl9pPr lvl="8">
              <a:spcBef>
                <a:spcPts val="0"/>
              </a:spcBef>
              <a:spcAft>
                <a:spcPts val="0"/>
              </a:spcAft>
              <a:buClr>
                <a:schemeClr val="lt1"/>
              </a:buClr>
              <a:buSzPts val="3000"/>
              <a:buFont typeface="Urbanist"/>
              <a:buNone/>
              <a:defRPr sz="3000">
                <a:solidFill>
                  <a:schemeClr val="lt1"/>
                </a:solidFill>
                <a:latin typeface="Urbanist"/>
                <a:ea typeface="Urbanist"/>
                <a:cs typeface="Urbanist"/>
                <a:sym typeface="Urbanist"/>
              </a:defRPr>
            </a:lvl9pPr>
          </a:lstStyle>
          <a:p/>
        </p:txBody>
      </p:sp>
      <p:sp>
        <p:nvSpPr>
          <p:cNvPr id="8" name="Google Shape;8;p1"/>
          <p:cNvSpPr txBox="1"/>
          <p:nvPr>
            <p:ph idx="2" type="body"/>
          </p:nvPr>
        </p:nvSpPr>
        <p:spPr>
          <a:xfrm>
            <a:off x="4562525" y="1518250"/>
            <a:ext cx="3880800" cy="2765400"/>
          </a:xfrm>
          <a:prstGeom prst="rect">
            <a:avLst/>
          </a:prstGeom>
          <a:noFill/>
          <a:ln>
            <a:noFill/>
          </a:ln>
        </p:spPr>
        <p:txBody>
          <a:bodyPr anchorCtr="0" anchor="t" bIns="91425" lIns="91425" spcFirstLastPara="1" rIns="91425" wrap="square" tIns="91425">
            <a:noAutofit/>
          </a:bodyPr>
          <a:lstStyle>
            <a:lvl1pPr indent="-304800" lvl="0" marL="457200">
              <a:spcBef>
                <a:spcPts val="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1pPr>
            <a:lvl2pPr indent="-304800" lvl="1" marL="914400">
              <a:spcBef>
                <a:spcPts val="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2pPr>
            <a:lvl3pPr indent="-304800" lvl="2" marL="1371600">
              <a:spcBef>
                <a:spcPts val="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3pPr>
            <a:lvl4pPr indent="-304800" lvl="3" marL="1828800">
              <a:spcBef>
                <a:spcPts val="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4pPr>
            <a:lvl5pPr indent="-304800" lvl="4" marL="2286000">
              <a:spcBef>
                <a:spcPts val="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5pPr>
            <a:lvl6pPr indent="-304800" lvl="5" marL="2743200">
              <a:spcBef>
                <a:spcPts val="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6pPr>
            <a:lvl7pPr indent="-304800" lvl="6" marL="3200400">
              <a:spcBef>
                <a:spcPts val="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7pPr>
            <a:lvl8pPr indent="-304800" lvl="7" marL="3657600">
              <a:spcBef>
                <a:spcPts val="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8pPr>
            <a:lvl9pPr indent="-304800" lvl="8" marL="4114800">
              <a:spcBef>
                <a:spcPts val="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 id="2147483679" r:id="rId32"/>
    <p:sldLayoutId id="2147483680" r:id="rId33"/>
    <p:sldLayoutId id="2147483681" r:id="rId34"/>
    <p:sldLayoutId id="2147483682" r:id="rId35"/>
    <p:sldLayoutId id="2147483683" r:id="rId36"/>
    <p:sldLayoutId id="2147483684" r:id="rId37"/>
    <p:sldLayoutId id="2147483685" r:id="rId38"/>
    <p:sldLayoutId id="2147483686" r:id="rId39"/>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5616">
          <p15:clr>
            <a:srgbClr val="E46962"/>
          </p15:clr>
        </p15:guide>
        <p15:guide id="2" pos="144">
          <p15:clr>
            <a:srgbClr val="E46962"/>
          </p15:clr>
        </p15:guide>
        <p15:guide id="3" orient="horz" pos="144">
          <p15:clr>
            <a:srgbClr val="E46962"/>
          </p15:clr>
        </p15:guide>
        <p15:guide id="4" orient="horz" pos="3094">
          <p15:clr>
            <a:srgbClr val="E46962"/>
          </p15:clr>
        </p15:guide>
        <p15:guide id="5" pos="2850">
          <p15:clr>
            <a:srgbClr val="E46962"/>
          </p15:clr>
        </p15:guide>
        <p15:guide id="6" pos="2910">
          <p15:clr>
            <a:srgbClr val="E46962"/>
          </p15:clr>
        </p15:guide>
        <p15:guide id="7" pos="1468">
          <p15:clr>
            <a:srgbClr val="E46962"/>
          </p15:clr>
        </p15:guide>
        <p15:guide id="8" pos="1527">
          <p15:clr>
            <a:srgbClr val="E46962"/>
          </p15:clr>
        </p15:guide>
        <p15:guide id="9" pos="4233">
          <p15:clr>
            <a:srgbClr val="E46962"/>
          </p15:clr>
        </p15:guide>
        <p15:guide id="10" pos="4292">
          <p15:clr>
            <a:srgbClr val="E46962"/>
          </p15:clr>
        </p15:guide>
        <p15:guide id="11" pos="3773">
          <p15:clr>
            <a:srgbClr val="E46962"/>
          </p15:clr>
        </p15:guide>
        <p15:guide id="12" pos="3830">
          <p15:clr>
            <a:srgbClr val="E46962"/>
          </p15:clr>
        </p15:guide>
        <p15:guide id="13" pos="1930">
          <p15:clr>
            <a:srgbClr val="E46962"/>
          </p15:clr>
        </p15:guide>
        <p15:guide id="14" pos="1987">
          <p15:clr>
            <a:srgbClr val="E46962"/>
          </p15:clr>
        </p15:guide>
        <p15:guide id="15" orient="horz" pos="288">
          <p15:clr>
            <a:srgbClr val="E46962"/>
          </p15:clr>
        </p15:guide>
        <p15:guide id="16" orient="horz" pos="2950">
          <p15:clr>
            <a:srgbClr val="E46962"/>
          </p15:clr>
        </p15:guide>
        <p15:guide id="17" orient="horz" pos="1135">
          <p15:clr>
            <a:srgbClr val="E46962"/>
          </p15:clr>
        </p15:guide>
        <p15:guide id="18" orient="horz" pos="1194">
          <p15:clr>
            <a:srgbClr val="E46962"/>
          </p15:clr>
        </p15:guide>
        <p15:guide id="19" orient="horz" pos="2043">
          <p15:clr>
            <a:srgbClr val="E46962"/>
          </p15:clr>
        </p15:guide>
        <p15:guide id="20" orient="horz" pos="2103">
          <p15:clr>
            <a:srgbClr val="E46962"/>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xml"/><Relationship Id="rId3" Type="http://schemas.openxmlformats.org/officeDocument/2006/relationships/image" Target="../media/image2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5.xml"/><Relationship Id="rId3" Type="http://schemas.openxmlformats.org/officeDocument/2006/relationships/hyperlink" Target="http://ropemporium.com/"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6.xml"/><Relationship Id="rId3" Type="http://schemas.openxmlformats.org/officeDocument/2006/relationships/image" Target="../media/image1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7.xml"/><Relationship Id="rId3" Type="http://schemas.openxmlformats.org/officeDocument/2006/relationships/image" Target="../media/image15.png"/><Relationship Id="rId4" Type="http://schemas.openxmlformats.org/officeDocument/2006/relationships/image" Target="../media/image18.png"/><Relationship Id="rId5" Type="http://schemas.openxmlformats.org/officeDocument/2006/relationships/image" Target="../media/image13.png"/><Relationship Id="rId6"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8.xml"/><Relationship Id="rId3" Type="http://schemas.openxmlformats.org/officeDocument/2006/relationships/image" Target="../media/image1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9.xml"/><Relationship Id="rId3" Type="http://schemas.openxmlformats.org/officeDocument/2006/relationships/image" Target="../media/image2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0.xml"/><Relationship Id="rId3" Type="http://schemas.openxmlformats.org/officeDocument/2006/relationships/image" Target="../media/image21.png"/><Relationship Id="rId4" Type="http://schemas.openxmlformats.org/officeDocument/2006/relationships/image" Target="../media/image16.png"/><Relationship Id="rId5"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1.xml"/><Relationship Id="rId3" Type="http://schemas.openxmlformats.org/officeDocument/2006/relationships/image" Target="../media/image10.png"/><Relationship Id="rId4" Type="http://schemas.openxmlformats.org/officeDocument/2006/relationships/image" Target="../media/image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2.xml"/><Relationship Id="rId3" Type="http://schemas.openxmlformats.org/officeDocument/2006/relationships/image" Target="../media/image2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3.xml"/><Relationship Id="rId3" Type="http://schemas.openxmlformats.org/officeDocument/2006/relationships/image" Target="../media/image19.png"/><Relationship Id="rId4" Type="http://schemas.openxmlformats.org/officeDocument/2006/relationships/image" Target="../media/image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5.xml"/><Relationship Id="rId3" Type="http://schemas.openxmlformats.org/officeDocument/2006/relationships/image" Target="../media/image1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6.xml"/><Relationship Id="rId3" Type="http://schemas.openxmlformats.org/officeDocument/2006/relationships/hyperlink" Target="http://www.youtube.com/watch?v=FkQdwUns7H8" TargetMode="External"/><Relationship Id="rId4" Type="http://schemas.openxmlformats.org/officeDocument/2006/relationships/image" Target="../media/image8.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7.xml"/><Relationship Id="rId3" Type="http://schemas.openxmlformats.org/officeDocument/2006/relationships/image" Target="../media/image6.png"/><Relationship Id="rId4" Type="http://schemas.openxmlformats.org/officeDocument/2006/relationships/image" Target="../media/image12.png"/><Relationship Id="rId5" Type="http://schemas.openxmlformats.org/officeDocument/2006/relationships/image" Target="../media/image2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6" name="Shape 436"/>
        <p:cNvGrpSpPr/>
        <p:nvPr/>
      </p:nvGrpSpPr>
      <p:grpSpPr>
        <a:xfrm>
          <a:off x="0" y="0"/>
          <a:ext cx="0" cy="0"/>
          <a:chOff x="0" y="0"/>
          <a:chExt cx="0" cy="0"/>
        </a:xfrm>
      </p:grpSpPr>
      <p:sp>
        <p:nvSpPr>
          <p:cNvPr id="437" name="Google Shape;437;p41"/>
          <p:cNvSpPr/>
          <p:nvPr/>
        </p:nvSpPr>
        <p:spPr>
          <a:xfrm>
            <a:off x="228600" y="4113375"/>
            <a:ext cx="1399200" cy="338700"/>
          </a:xfrm>
          <a:prstGeom prst="roundRect">
            <a:avLst>
              <a:gd fmla="val 16667"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000">
              <a:solidFill>
                <a:schemeClr val="lt1"/>
              </a:solidFill>
              <a:latin typeface="Urbanist"/>
              <a:ea typeface="Urbanist"/>
              <a:cs typeface="Urbanist"/>
              <a:sym typeface="Urbanist"/>
            </a:endParaRPr>
          </a:p>
        </p:txBody>
      </p:sp>
      <p:sp>
        <p:nvSpPr>
          <p:cNvPr id="438" name="Google Shape;438;p41"/>
          <p:cNvSpPr txBox="1"/>
          <p:nvPr>
            <p:ph type="title"/>
          </p:nvPr>
        </p:nvSpPr>
        <p:spPr>
          <a:xfrm>
            <a:off x="228600" y="228600"/>
            <a:ext cx="6658800" cy="1419000"/>
          </a:xfrm>
          <a:prstGeom prst="rect">
            <a:avLst/>
          </a:prstGeom>
        </p:spPr>
        <p:txBody>
          <a:bodyPr anchorCtr="0" anchor="t" bIns="0" lIns="0" spcFirstLastPara="1" rIns="0" wrap="square" tIns="0">
            <a:noAutofit/>
          </a:bodyPr>
          <a:lstStyle/>
          <a:p>
            <a:pPr indent="0" lvl="0" marL="0" rtl="0" algn="l">
              <a:spcBef>
                <a:spcPts val="0"/>
              </a:spcBef>
              <a:spcAft>
                <a:spcPts val="0"/>
              </a:spcAft>
              <a:buClr>
                <a:schemeClr val="dk1"/>
              </a:buClr>
              <a:buSzPts val="1100"/>
              <a:buNone/>
            </a:pPr>
            <a:r>
              <a:rPr lang="en">
                <a:solidFill>
                  <a:schemeClr val="lt1"/>
                </a:solidFill>
              </a:rPr>
              <a:t>Експлоатация на уязвимости в C програми като част от киберсигурността </a:t>
            </a:r>
            <a:endParaRPr>
              <a:solidFill>
                <a:schemeClr val="lt1"/>
              </a:solidFill>
            </a:endParaRPr>
          </a:p>
        </p:txBody>
      </p:sp>
      <p:sp>
        <p:nvSpPr>
          <p:cNvPr id="439" name="Google Shape;439;p41"/>
          <p:cNvSpPr txBox="1"/>
          <p:nvPr>
            <p:ph idx="5" type="subTitle"/>
          </p:nvPr>
        </p:nvSpPr>
        <p:spPr>
          <a:xfrm>
            <a:off x="297075" y="4175900"/>
            <a:ext cx="1264800" cy="228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Ивайло Клисаров</a:t>
            </a:r>
            <a:endParaRPr/>
          </a:p>
        </p:txBody>
      </p:sp>
      <p:sp>
        <p:nvSpPr>
          <p:cNvPr id="440" name="Google Shape;440;p41"/>
          <p:cNvSpPr txBox="1"/>
          <p:nvPr>
            <p:ph idx="8" type="subTitle"/>
          </p:nvPr>
        </p:nvSpPr>
        <p:spPr>
          <a:xfrm>
            <a:off x="228591" y="3743050"/>
            <a:ext cx="4659600" cy="252000"/>
          </a:xfrm>
          <a:prstGeom prst="rect">
            <a:avLst/>
          </a:prstGeom>
        </p:spPr>
        <p:txBody>
          <a:bodyPr anchorCtr="0" anchor="t" bIns="91425" lIns="0" spcFirstLastPara="1" rIns="91425" wrap="square" tIns="0">
            <a:noAutofit/>
          </a:bodyPr>
          <a:lstStyle/>
          <a:p>
            <a:pPr indent="0" lvl="0" marL="0" rtl="0" algn="l">
              <a:spcBef>
                <a:spcPts val="0"/>
              </a:spcBef>
              <a:spcAft>
                <a:spcPts val="0"/>
              </a:spcAft>
              <a:buNone/>
            </a:pPr>
            <a:r>
              <a:rPr lang="en"/>
              <a:t>Presented by</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4" name="Shape 444"/>
        <p:cNvGrpSpPr/>
        <p:nvPr/>
      </p:nvGrpSpPr>
      <p:grpSpPr>
        <a:xfrm>
          <a:off x="0" y="0"/>
          <a:ext cx="0" cy="0"/>
          <a:chOff x="0" y="0"/>
          <a:chExt cx="0" cy="0"/>
        </a:xfrm>
      </p:grpSpPr>
      <p:sp>
        <p:nvSpPr>
          <p:cNvPr id="445" name="Google Shape;445;p42"/>
          <p:cNvSpPr/>
          <p:nvPr/>
        </p:nvSpPr>
        <p:spPr>
          <a:xfrm>
            <a:off x="4618950" y="228600"/>
            <a:ext cx="4296900" cy="605700"/>
          </a:xfrm>
          <a:prstGeom prst="roundRect">
            <a:avLst>
              <a:gd fmla="val 16991"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446" name="Google Shape;446;p42"/>
          <p:cNvSpPr/>
          <p:nvPr/>
        </p:nvSpPr>
        <p:spPr>
          <a:xfrm>
            <a:off x="4618950" y="906375"/>
            <a:ext cx="4296600" cy="605700"/>
          </a:xfrm>
          <a:prstGeom prst="roundRect">
            <a:avLst>
              <a:gd fmla="val 16991"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447" name="Google Shape;447;p42"/>
          <p:cNvSpPr/>
          <p:nvPr/>
        </p:nvSpPr>
        <p:spPr>
          <a:xfrm>
            <a:off x="4618950" y="1584175"/>
            <a:ext cx="4296600" cy="605700"/>
          </a:xfrm>
          <a:prstGeom prst="roundRect">
            <a:avLst>
              <a:gd fmla="val 16991"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448" name="Google Shape;448;p42"/>
          <p:cNvSpPr/>
          <p:nvPr/>
        </p:nvSpPr>
        <p:spPr>
          <a:xfrm>
            <a:off x="4618950" y="2261950"/>
            <a:ext cx="4296900" cy="605700"/>
          </a:xfrm>
          <a:prstGeom prst="roundRect">
            <a:avLst>
              <a:gd fmla="val 16991"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grpSp>
        <p:nvGrpSpPr>
          <p:cNvPr id="449" name="Google Shape;449;p42"/>
          <p:cNvGrpSpPr/>
          <p:nvPr/>
        </p:nvGrpSpPr>
        <p:grpSpPr>
          <a:xfrm rot="-5400000">
            <a:off x="8556505" y="430775"/>
            <a:ext cx="204654" cy="204654"/>
            <a:chOff x="259788" y="1923155"/>
            <a:chExt cx="409800" cy="409800"/>
          </a:xfrm>
        </p:grpSpPr>
        <p:sp>
          <p:nvSpPr>
            <p:cNvPr id="450" name="Google Shape;450;p42"/>
            <p:cNvSpPr/>
            <p:nvPr/>
          </p:nvSpPr>
          <p:spPr>
            <a:xfrm>
              <a:off x="259788" y="1923155"/>
              <a:ext cx="409800" cy="4098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Urbanist"/>
                <a:ea typeface="Urbanist"/>
                <a:cs typeface="Urbanist"/>
                <a:sym typeface="Urbanist"/>
              </a:endParaRPr>
            </a:p>
          </p:txBody>
        </p:sp>
        <p:grpSp>
          <p:nvGrpSpPr>
            <p:cNvPr id="451" name="Google Shape;451;p42"/>
            <p:cNvGrpSpPr/>
            <p:nvPr/>
          </p:nvGrpSpPr>
          <p:grpSpPr>
            <a:xfrm>
              <a:off x="362088" y="2093825"/>
              <a:ext cx="205200" cy="102600"/>
              <a:chOff x="498725" y="2069800"/>
              <a:chExt cx="205200" cy="102600"/>
            </a:xfrm>
          </p:grpSpPr>
          <p:cxnSp>
            <p:nvCxnSpPr>
              <p:cNvPr id="452" name="Google Shape;452;p42"/>
              <p:cNvCxnSpPr/>
              <p:nvPr/>
            </p:nvCxnSpPr>
            <p:spPr>
              <a:xfrm>
                <a:off x="498725" y="2069800"/>
                <a:ext cx="102600" cy="102600"/>
              </a:xfrm>
              <a:prstGeom prst="straightConnector1">
                <a:avLst/>
              </a:prstGeom>
              <a:noFill/>
              <a:ln cap="flat" cmpd="sng" w="9525">
                <a:solidFill>
                  <a:schemeClr val="dk2"/>
                </a:solidFill>
                <a:prstDash val="solid"/>
                <a:round/>
                <a:headEnd len="med" w="med" type="none"/>
                <a:tailEnd len="med" w="med" type="none"/>
              </a:ln>
            </p:spPr>
          </p:cxnSp>
          <p:cxnSp>
            <p:nvCxnSpPr>
              <p:cNvPr id="453" name="Google Shape;453;p42"/>
              <p:cNvCxnSpPr/>
              <p:nvPr/>
            </p:nvCxnSpPr>
            <p:spPr>
              <a:xfrm flipH="1">
                <a:off x="601325" y="2069800"/>
                <a:ext cx="102600" cy="102600"/>
              </a:xfrm>
              <a:prstGeom prst="straightConnector1">
                <a:avLst/>
              </a:prstGeom>
              <a:noFill/>
              <a:ln cap="flat" cmpd="sng" w="9525">
                <a:solidFill>
                  <a:schemeClr val="dk2"/>
                </a:solidFill>
                <a:prstDash val="solid"/>
                <a:round/>
                <a:headEnd len="med" w="med" type="none"/>
                <a:tailEnd len="med" w="med" type="none"/>
              </a:ln>
            </p:spPr>
          </p:cxnSp>
        </p:grpSp>
      </p:grpSp>
      <p:grpSp>
        <p:nvGrpSpPr>
          <p:cNvPr id="454" name="Google Shape;454;p42"/>
          <p:cNvGrpSpPr/>
          <p:nvPr/>
        </p:nvGrpSpPr>
        <p:grpSpPr>
          <a:xfrm rot="-5400000">
            <a:off x="8556505" y="1108560"/>
            <a:ext cx="204654" cy="204654"/>
            <a:chOff x="259788" y="1923155"/>
            <a:chExt cx="409800" cy="409800"/>
          </a:xfrm>
        </p:grpSpPr>
        <p:sp>
          <p:nvSpPr>
            <p:cNvPr id="455" name="Google Shape;455;p42"/>
            <p:cNvSpPr/>
            <p:nvPr/>
          </p:nvSpPr>
          <p:spPr>
            <a:xfrm>
              <a:off x="259788" y="1923155"/>
              <a:ext cx="409800" cy="4098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Urbanist"/>
                <a:ea typeface="Urbanist"/>
                <a:cs typeface="Urbanist"/>
                <a:sym typeface="Urbanist"/>
              </a:endParaRPr>
            </a:p>
          </p:txBody>
        </p:sp>
        <p:grpSp>
          <p:nvGrpSpPr>
            <p:cNvPr id="456" name="Google Shape;456;p42"/>
            <p:cNvGrpSpPr/>
            <p:nvPr/>
          </p:nvGrpSpPr>
          <p:grpSpPr>
            <a:xfrm>
              <a:off x="362088" y="2093825"/>
              <a:ext cx="205200" cy="102600"/>
              <a:chOff x="498725" y="2069800"/>
              <a:chExt cx="205200" cy="102600"/>
            </a:xfrm>
          </p:grpSpPr>
          <p:cxnSp>
            <p:nvCxnSpPr>
              <p:cNvPr id="457" name="Google Shape;457;p42"/>
              <p:cNvCxnSpPr/>
              <p:nvPr/>
            </p:nvCxnSpPr>
            <p:spPr>
              <a:xfrm>
                <a:off x="498725" y="2069800"/>
                <a:ext cx="102600" cy="102600"/>
              </a:xfrm>
              <a:prstGeom prst="straightConnector1">
                <a:avLst/>
              </a:prstGeom>
              <a:noFill/>
              <a:ln cap="flat" cmpd="sng" w="9525">
                <a:solidFill>
                  <a:schemeClr val="dk2"/>
                </a:solidFill>
                <a:prstDash val="solid"/>
                <a:round/>
                <a:headEnd len="med" w="med" type="none"/>
                <a:tailEnd len="med" w="med" type="none"/>
              </a:ln>
            </p:spPr>
          </p:cxnSp>
          <p:cxnSp>
            <p:nvCxnSpPr>
              <p:cNvPr id="458" name="Google Shape;458;p42"/>
              <p:cNvCxnSpPr/>
              <p:nvPr/>
            </p:nvCxnSpPr>
            <p:spPr>
              <a:xfrm flipH="1">
                <a:off x="601325" y="2069800"/>
                <a:ext cx="102600" cy="102600"/>
              </a:xfrm>
              <a:prstGeom prst="straightConnector1">
                <a:avLst/>
              </a:prstGeom>
              <a:noFill/>
              <a:ln cap="flat" cmpd="sng" w="9525">
                <a:solidFill>
                  <a:schemeClr val="dk2"/>
                </a:solidFill>
                <a:prstDash val="solid"/>
                <a:round/>
                <a:headEnd len="med" w="med" type="none"/>
                <a:tailEnd len="med" w="med" type="none"/>
              </a:ln>
            </p:spPr>
          </p:cxnSp>
        </p:grpSp>
      </p:grpSp>
      <p:grpSp>
        <p:nvGrpSpPr>
          <p:cNvPr id="459" name="Google Shape;459;p42"/>
          <p:cNvGrpSpPr/>
          <p:nvPr/>
        </p:nvGrpSpPr>
        <p:grpSpPr>
          <a:xfrm rot="-5400000">
            <a:off x="8556505" y="1786345"/>
            <a:ext cx="204654" cy="204654"/>
            <a:chOff x="259788" y="1923155"/>
            <a:chExt cx="409800" cy="409800"/>
          </a:xfrm>
        </p:grpSpPr>
        <p:sp>
          <p:nvSpPr>
            <p:cNvPr id="460" name="Google Shape;460;p42"/>
            <p:cNvSpPr/>
            <p:nvPr/>
          </p:nvSpPr>
          <p:spPr>
            <a:xfrm>
              <a:off x="259788" y="1923155"/>
              <a:ext cx="409800" cy="4098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Urbanist"/>
                <a:ea typeface="Urbanist"/>
                <a:cs typeface="Urbanist"/>
                <a:sym typeface="Urbanist"/>
              </a:endParaRPr>
            </a:p>
          </p:txBody>
        </p:sp>
        <p:grpSp>
          <p:nvGrpSpPr>
            <p:cNvPr id="461" name="Google Shape;461;p42"/>
            <p:cNvGrpSpPr/>
            <p:nvPr/>
          </p:nvGrpSpPr>
          <p:grpSpPr>
            <a:xfrm>
              <a:off x="362088" y="2093825"/>
              <a:ext cx="205200" cy="102600"/>
              <a:chOff x="498725" y="2069800"/>
              <a:chExt cx="205200" cy="102600"/>
            </a:xfrm>
          </p:grpSpPr>
          <p:cxnSp>
            <p:nvCxnSpPr>
              <p:cNvPr id="462" name="Google Shape;462;p42"/>
              <p:cNvCxnSpPr/>
              <p:nvPr/>
            </p:nvCxnSpPr>
            <p:spPr>
              <a:xfrm>
                <a:off x="498725" y="2069800"/>
                <a:ext cx="102600" cy="102600"/>
              </a:xfrm>
              <a:prstGeom prst="straightConnector1">
                <a:avLst/>
              </a:prstGeom>
              <a:noFill/>
              <a:ln cap="flat" cmpd="sng" w="9525">
                <a:solidFill>
                  <a:schemeClr val="dk2"/>
                </a:solidFill>
                <a:prstDash val="solid"/>
                <a:round/>
                <a:headEnd len="med" w="med" type="none"/>
                <a:tailEnd len="med" w="med" type="none"/>
              </a:ln>
            </p:spPr>
          </p:cxnSp>
          <p:cxnSp>
            <p:nvCxnSpPr>
              <p:cNvPr id="463" name="Google Shape;463;p42"/>
              <p:cNvCxnSpPr/>
              <p:nvPr/>
            </p:nvCxnSpPr>
            <p:spPr>
              <a:xfrm flipH="1">
                <a:off x="601325" y="2069800"/>
                <a:ext cx="102600" cy="102600"/>
              </a:xfrm>
              <a:prstGeom prst="straightConnector1">
                <a:avLst/>
              </a:prstGeom>
              <a:noFill/>
              <a:ln cap="flat" cmpd="sng" w="9525">
                <a:solidFill>
                  <a:schemeClr val="dk2"/>
                </a:solidFill>
                <a:prstDash val="solid"/>
                <a:round/>
                <a:headEnd len="med" w="med" type="none"/>
                <a:tailEnd len="med" w="med" type="none"/>
              </a:ln>
            </p:spPr>
          </p:cxnSp>
        </p:grpSp>
      </p:grpSp>
      <p:grpSp>
        <p:nvGrpSpPr>
          <p:cNvPr id="464" name="Google Shape;464;p42"/>
          <p:cNvGrpSpPr/>
          <p:nvPr/>
        </p:nvGrpSpPr>
        <p:grpSpPr>
          <a:xfrm rot="-5400000">
            <a:off x="8556505" y="2464130"/>
            <a:ext cx="204654" cy="204654"/>
            <a:chOff x="259788" y="1923155"/>
            <a:chExt cx="409800" cy="409800"/>
          </a:xfrm>
        </p:grpSpPr>
        <p:sp>
          <p:nvSpPr>
            <p:cNvPr id="465" name="Google Shape;465;p42"/>
            <p:cNvSpPr/>
            <p:nvPr/>
          </p:nvSpPr>
          <p:spPr>
            <a:xfrm>
              <a:off x="259788" y="1923155"/>
              <a:ext cx="409800" cy="4098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Urbanist"/>
                <a:ea typeface="Urbanist"/>
                <a:cs typeface="Urbanist"/>
                <a:sym typeface="Urbanist"/>
              </a:endParaRPr>
            </a:p>
          </p:txBody>
        </p:sp>
        <p:grpSp>
          <p:nvGrpSpPr>
            <p:cNvPr id="466" name="Google Shape;466;p42"/>
            <p:cNvGrpSpPr/>
            <p:nvPr/>
          </p:nvGrpSpPr>
          <p:grpSpPr>
            <a:xfrm>
              <a:off x="362088" y="2093825"/>
              <a:ext cx="205200" cy="102600"/>
              <a:chOff x="498725" y="2069800"/>
              <a:chExt cx="205200" cy="102600"/>
            </a:xfrm>
          </p:grpSpPr>
          <p:cxnSp>
            <p:nvCxnSpPr>
              <p:cNvPr id="467" name="Google Shape;467;p42"/>
              <p:cNvCxnSpPr/>
              <p:nvPr/>
            </p:nvCxnSpPr>
            <p:spPr>
              <a:xfrm>
                <a:off x="498725" y="2069800"/>
                <a:ext cx="102600" cy="102600"/>
              </a:xfrm>
              <a:prstGeom prst="straightConnector1">
                <a:avLst/>
              </a:prstGeom>
              <a:noFill/>
              <a:ln cap="flat" cmpd="sng" w="9525">
                <a:solidFill>
                  <a:schemeClr val="dk2"/>
                </a:solidFill>
                <a:prstDash val="solid"/>
                <a:round/>
                <a:headEnd len="med" w="med" type="none"/>
                <a:tailEnd len="med" w="med" type="none"/>
              </a:ln>
            </p:spPr>
          </p:cxnSp>
          <p:cxnSp>
            <p:nvCxnSpPr>
              <p:cNvPr id="468" name="Google Shape;468;p42"/>
              <p:cNvCxnSpPr/>
              <p:nvPr/>
            </p:nvCxnSpPr>
            <p:spPr>
              <a:xfrm flipH="1">
                <a:off x="601325" y="2069800"/>
                <a:ext cx="102600" cy="102600"/>
              </a:xfrm>
              <a:prstGeom prst="straightConnector1">
                <a:avLst/>
              </a:prstGeom>
              <a:noFill/>
              <a:ln cap="flat" cmpd="sng" w="9525">
                <a:solidFill>
                  <a:schemeClr val="dk2"/>
                </a:solidFill>
                <a:prstDash val="solid"/>
                <a:round/>
                <a:headEnd len="med" w="med" type="none"/>
                <a:tailEnd len="med" w="med" type="none"/>
              </a:ln>
            </p:spPr>
          </p:cxnSp>
        </p:grpSp>
      </p:grpSp>
      <p:sp>
        <p:nvSpPr>
          <p:cNvPr id="469" name="Google Shape;469;p42"/>
          <p:cNvSpPr txBox="1"/>
          <p:nvPr>
            <p:ph idx="1" type="subTitle"/>
          </p:nvPr>
        </p:nvSpPr>
        <p:spPr>
          <a:xfrm>
            <a:off x="320625" y="4675975"/>
            <a:ext cx="2700000" cy="2364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
              <a:t>Company</a:t>
            </a:r>
            <a:r>
              <a:rPr lang="en"/>
              <a:t> Name</a:t>
            </a:r>
            <a:endParaRPr/>
          </a:p>
        </p:txBody>
      </p:sp>
      <p:sp>
        <p:nvSpPr>
          <p:cNvPr id="470" name="Google Shape;470;p42"/>
          <p:cNvSpPr txBox="1"/>
          <p:nvPr>
            <p:ph idx="2" type="subTitle"/>
          </p:nvPr>
        </p:nvSpPr>
        <p:spPr>
          <a:xfrm>
            <a:off x="4716740" y="4675975"/>
            <a:ext cx="2294700" cy="2364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
              <a:t>Quarter Month</a:t>
            </a:r>
            <a:r>
              <a:rPr lang="en"/>
              <a:t> </a:t>
            </a:r>
            <a:endParaRPr/>
          </a:p>
        </p:txBody>
      </p:sp>
      <p:sp>
        <p:nvSpPr>
          <p:cNvPr id="471" name="Google Shape;471;p42"/>
          <p:cNvSpPr txBox="1"/>
          <p:nvPr>
            <p:ph idx="3" type="subTitle"/>
          </p:nvPr>
        </p:nvSpPr>
        <p:spPr>
          <a:xfrm>
            <a:off x="6859200" y="4683725"/>
            <a:ext cx="2056500" cy="228600"/>
          </a:xfrm>
          <a:prstGeom prst="rect">
            <a:avLst/>
          </a:prstGeom>
        </p:spPr>
        <p:txBody>
          <a:bodyPr anchorCtr="0" anchor="b" bIns="0" lIns="0" spcFirstLastPara="1" rIns="0" wrap="square" tIns="0">
            <a:noAutofit/>
          </a:bodyPr>
          <a:lstStyle/>
          <a:p>
            <a:pPr indent="0" lvl="0" marL="0" rtl="0" algn="r">
              <a:spcBef>
                <a:spcPts val="0"/>
              </a:spcBef>
              <a:spcAft>
                <a:spcPts val="0"/>
              </a:spcAft>
              <a:buNone/>
            </a:pPr>
            <a:r>
              <a:rPr lang="en"/>
              <a:t>Year</a:t>
            </a:r>
            <a:endParaRPr/>
          </a:p>
        </p:txBody>
      </p:sp>
      <p:sp>
        <p:nvSpPr>
          <p:cNvPr id="472" name="Google Shape;472;p42"/>
          <p:cNvSpPr txBox="1"/>
          <p:nvPr>
            <p:ph type="title"/>
          </p:nvPr>
        </p:nvSpPr>
        <p:spPr>
          <a:xfrm>
            <a:off x="277500" y="228600"/>
            <a:ext cx="3904500" cy="537300"/>
          </a:xfrm>
          <a:prstGeom prst="rect">
            <a:avLst/>
          </a:prstGeom>
        </p:spPr>
        <p:txBody>
          <a:bodyPr anchorCtr="0" anchor="t" bIns="91425" lIns="0" spcFirstLastPara="1" rIns="91425" wrap="square" tIns="0">
            <a:spAutoFit/>
          </a:bodyPr>
          <a:lstStyle/>
          <a:p>
            <a:pPr indent="0" lvl="0" marL="0" rtl="0" algn="l">
              <a:spcBef>
                <a:spcPts val="0"/>
              </a:spcBef>
              <a:spcAft>
                <a:spcPts val="0"/>
              </a:spcAft>
              <a:buNone/>
            </a:pPr>
            <a:r>
              <a:rPr lang="en"/>
              <a:t>Съдаржание</a:t>
            </a:r>
            <a:endParaRPr/>
          </a:p>
        </p:txBody>
      </p:sp>
      <p:sp>
        <p:nvSpPr>
          <p:cNvPr id="473" name="Google Shape;473;p42"/>
          <p:cNvSpPr txBox="1"/>
          <p:nvPr>
            <p:ph idx="4" type="subTitle"/>
          </p:nvPr>
        </p:nvSpPr>
        <p:spPr>
          <a:xfrm>
            <a:off x="4744575" y="387150"/>
            <a:ext cx="322500" cy="288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1</a:t>
            </a:r>
            <a:endParaRPr/>
          </a:p>
        </p:txBody>
      </p:sp>
      <p:sp>
        <p:nvSpPr>
          <p:cNvPr id="474" name="Google Shape;474;p42"/>
          <p:cNvSpPr txBox="1"/>
          <p:nvPr>
            <p:ph idx="5" type="subTitle"/>
          </p:nvPr>
        </p:nvSpPr>
        <p:spPr>
          <a:xfrm>
            <a:off x="4744575" y="1064088"/>
            <a:ext cx="322500" cy="288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2</a:t>
            </a:r>
            <a:endParaRPr/>
          </a:p>
        </p:txBody>
      </p:sp>
      <p:sp>
        <p:nvSpPr>
          <p:cNvPr id="475" name="Google Shape;475;p42"/>
          <p:cNvSpPr txBox="1"/>
          <p:nvPr>
            <p:ph idx="6" type="subTitle"/>
          </p:nvPr>
        </p:nvSpPr>
        <p:spPr>
          <a:xfrm>
            <a:off x="4744575" y="1741025"/>
            <a:ext cx="322500" cy="288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3</a:t>
            </a:r>
            <a:endParaRPr/>
          </a:p>
        </p:txBody>
      </p:sp>
      <p:sp>
        <p:nvSpPr>
          <p:cNvPr id="476" name="Google Shape;476;p42"/>
          <p:cNvSpPr txBox="1"/>
          <p:nvPr>
            <p:ph idx="7" type="subTitle"/>
          </p:nvPr>
        </p:nvSpPr>
        <p:spPr>
          <a:xfrm>
            <a:off x="4744575" y="2422306"/>
            <a:ext cx="322500" cy="288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4</a:t>
            </a:r>
            <a:endParaRPr/>
          </a:p>
        </p:txBody>
      </p:sp>
      <p:sp>
        <p:nvSpPr>
          <p:cNvPr id="477" name="Google Shape;477;p42"/>
          <p:cNvSpPr txBox="1"/>
          <p:nvPr>
            <p:ph idx="13" type="subTitle"/>
          </p:nvPr>
        </p:nvSpPr>
        <p:spPr>
          <a:xfrm>
            <a:off x="5067075" y="387150"/>
            <a:ext cx="3267600" cy="2886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Защо C exploitation e важна тема</a:t>
            </a:r>
            <a:endParaRPr/>
          </a:p>
        </p:txBody>
      </p:sp>
      <p:sp>
        <p:nvSpPr>
          <p:cNvPr id="478" name="Google Shape;478;p42"/>
          <p:cNvSpPr txBox="1"/>
          <p:nvPr>
            <p:ph idx="14" type="subTitle"/>
          </p:nvPr>
        </p:nvSpPr>
        <p:spPr>
          <a:xfrm>
            <a:off x="5067075" y="1064088"/>
            <a:ext cx="3267600" cy="288600"/>
          </a:xfrm>
          <a:prstGeom prst="rect">
            <a:avLst/>
          </a:prstGeom>
        </p:spPr>
        <p:txBody>
          <a:bodyPr anchorCtr="0" anchor="ctr" bIns="0" lIns="0" spcFirstLastPara="1" rIns="0" wrap="square" tIns="0">
            <a:noAutofit/>
          </a:bodyPr>
          <a:lstStyle/>
          <a:p>
            <a:pPr indent="0" lvl="0" marL="0" rtl="0" algn="l">
              <a:spcBef>
                <a:spcPts val="0"/>
              </a:spcBef>
              <a:spcAft>
                <a:spcPts val="0"/>
              </a:spcAft>
              <a:buClr>
                <a:schemeClr val="dk1"/>
              </a:buClr>
              <a:buSzPts val="1100"/>
              <a:buNone/>
            </a:pPr>
            <a:r>
              <a:rPr lang="en"/>
              <a:t>Как C работи с паметта</a:t>
            </a:r>
            <a:endParaRPr/>
          </a:p>
        </p:txBody>
      </p:sp>
      <p:sp>
        <p:nvSpPr>
          <p:cNvPr id="479" name="Google Shape;479;p42"/>
          <p:cNvSpPr txBox="1"/>
          <p:nvPr>
            <p:ph idx="15" type="subTitle"/>
          </p:nvPr>
        </p:nvSpPr>
        <p:spPr>
          <a:xfrm>
            <a:off x="5067075" y="1742713"/>
            <a:ext cx="3267600" cy="288600"/>
          </a:xfrm>
          <a:prstGeom prst="rect">
            <a:avLst/>
          </a:prstGeom>
        </p:spPr>
        <p:txBody>
          <a:bodyPr anchorCtr="0" anchor="ctr" bIns="0" lIns="0" spcFirstLastPara="1" rIns="0" wrap="square" tIns="0">
            <a:noAutofit/>
          </a:bodyPr>
          <a:lstStyle/>
          <a:p>
            <a:pPr indent="0" lvl="0" marL="0" rtl="0" algn="l">
              <a:spcBef>
                <a:spcPts val="0"/>
              </a:spcBef>
              <a:spcAft>
                <a:spcPts val="0"/>
              </a:spcAft>
              <a:buClr>
                <a:schemeClr val="dk1"/>
              </a:buClr>
              <a:buSzPts val="1100"/>
              <a:buNone/>
            </a:pPr>
            <a:r>
              <a:rPr lang="en"/>
              <a:t>Пример за експлоатация</a:t>
            </a:r>
            <a:r>
              <a:rPr lang="en"/>
              <a:t> </a:t>
            </a:r>
            <a:endParaRPr/>
          </a:p>
        </p:txBody>
      </p:sp>
      <p:sp>
        <p:nvSpPr>
          <p:cNvPr id="480" name="Google Shape;480;p42"/>
          <p:cNvSpPr txBox="1"/>
          <p:nvPr>
            <p:ph idx="16" type="subTitle"/>
          </p:nvPr>
        </p:nvSpPr>
        <p:spPr>
          <a:xfrm>
            <a:off x="5067075" y="2422306"/>
            <a:ext cx="3267600" cy="288600"/>
          </a:xfrm>
          <a:prstGeom prst="rect">
            <a:avLst/>
          </a:prstGeom>
        </p:spPr>
        <p:txBody>
          <a:bodyPr anchorCtr="0" anchor="ctr" bIns="0" lIns="0" spcFirstLastPara="1" rIns="0" wrap="square" tIns="0">
            <a:noAutofit/>
          </a:bodyPr>
          <a:lstStyle/>
          <a:p>
            <a:pPr indent="0" lvl="0" marL="0" rtl="0" algn="l">
              <a:spcBef>
                <a:spcPts val="0"/>
              </a:spcBef>
              <a:spcAft>
                <a:spcPts val="0"/>
              </a:spcAft>
              <a:buClr>
                <a:schemeClr val="dk1"/>
              </a:buClr>
              <a:buSzPts val="1100"/>
              <a:buNone/>
            </a:pPr>
            <a:r>
              <a:rPr lang="en"/>
              <a:t>Заключение</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4" name="Shape 484"/>
        <p:cNvGrpSpPr/>
        <p:nvPr/>
      </p:nvGrpSpPr>
      <p:grpSpPr>
        <a:xfrm>
          <a:off x="0" y="0"/>
          <a:ext cx="0" cy="0"/>
          <a:chOff x="0" y="0"/>
          <a:chExt cx="0" cy="0"/>
        </a:xfrm>
      </p:grpSpPr>
      <p:sp>
        <p:nvSpPr>
          <p:cNvPr id="485" name="Google Shape;485;p43"/>
          <p:cNvSpPr txBox="1"/>
          <p:nvPr>
            <p:ph type="title"/>
          </p:nvPr>
        </p:nvSpPr>
        <p:spPr>
          <a:xfrm>
            <a:off x="184275" y="190125"/>
            <a:ext cx="4637700" cy="1426800"/>
          </a:xfrm>
          <a:prstGeom prst="rect">
            <a:avLst/>
          </a:prstGeom>
        </p:spPr>
        <p:txBody>
          <a:bodyPr anchorCtr="0" anchor="t" bIns="91425" lIns="0" spcFirstLastPara="1" rIns="91425" wrap="square" tIns="0">
            <a:spAutoFit/>
          </a:bodyPr>
          <a:lstStyle/>
          <a:p>
            <a:pPr indent="0" lvl="0" marL="0" rtl="0" algn="l">
              <a:spcBef>
                <a:spcPts val="0"/>
              </a:spcBef>
              <a:spcAft>
                <a:spcPts val="0"/>
              </a:spcAft>
              <a:buNone/>
            </a:pPr>
            <a:r>
              <a:rPr lang="en"/>
              <a:t>Защо C exploitation е важна тема в киберсигурността? </a:t>
            </a:r>
            <a:endParaRPr/>
          </a:p>
        </p:txBody>
      </p:sp>
      <p:sp>
        <p:nvSpPr>
          <p:cNvPr id="486" name="Google Shape;486;p43"/>
          <p:cNvSpPr txBox="1"/>
          <p:nvPr>
            <p:ph idx="1" type="body"/>
          </p:nvPr>
        </p:nvSpPr>
        <p:spPr>
          <a:xfrm>
            <a:off x="228600" y="1616925"/>
            <a:ext cx="5018400" cy="2964900"/>
          </a:xfrm>
          <a:prstGeom prst="rect">
            <a:avLst/>
          </a:prstGeom>
          <a:solidFill>
            <a:schemeClr val="dk1"/>
          </a:solidFill>
          <a:ln cap="flat" cmpd="sng" w="9525">
            <a:solidFill>
              <a:schemeClr val="dk1"/>
            </a:solidFill>
            <a:prstDash val="solid"/>
            <a:round/>
            <a:headEnd len="sm" w="sm" type="none"/>
            <a:tailEnd len="sm" w="sm" type="none"/>
          </a:ln>
        </p:spPr>
        <p:txBody>
          <a:bodyPr anchorCtr="0" anchor="ctr" bIns="0" lIns="0" spcFirstLastPara="1" rIns="91425" wrap="square" tIns="91425">
            <a:noAutofit/>
          </a:bodyPr>
          <a:lstStyle/>
          <a:p>
            <a:pPr indent="0" lvl="0" marL="0" rtl="0" algn="l">
              <a:lnSpc>
                <a:spcPct val="80000"/>
              </a:lnSpc>
              <a:spcBef>
                <a:spcPts val="1200"/>
              </a:spcBef>
              <a:spcAft>
                <a:spcPts val="0"/>
              </a:spcAft>
              <a:buNone/>
            </a:pPr>
            <a:r>
              <a:rPr lang="en" sz="1100">
                <a:highlight>
                  <a:schemeClr val="dk1"/>
                </a:highlight>
                <a:latin typeface="Arial"/>
                <a:ea typeface="Arial"/>
                <a:cs typeface="Arial"/>
                <a:sym typeface="Arial"/>
              </a:rPr>
              <a:t>C е език, който дава директен контрол върху паметта.</a:t>
            </a:r>
            <a:endParaRPr sz="1100">
              <a:highlight>
                <a:schemeClr val="dk1"/>
              </a:highlight>
              <a:latin typeface="Arial"/>
              <a:ea typeface="Arial"/>
              <a:cs typeface="Arial"/>
              <a:sym typeface="Arial"/>
            </a:endParaRPr>
          </a:p>
          <a:p>
            <a:pPr indent="0" lvl="0" marL="0" rtl="0" algn="l">
              <a:lnSpc>
                <a:spcPct val="80000"/>
              </a:lnSpc>
              <a:spcBef>
                <a:spcPts val="1200"/>
              </a:spcBef>
              <a:spcAft>
                <a:spcPts val="0"/>
              </a:spcAft>
              <a:buNone/>
            </a:pPr>
            <a:r>
              <a:rPr lang="en" sz="1100">
                <a:highlight>
                  <a:schemeClr val="dk1"/>
                </a:highlight>
                <a:latin typeface="Arial"/>
                <a:ea typeface="Arial"/>
                <a:cs typeface="Arial"/>
                <a:sym typeface="Arial"/>
              </a:rPr>
              <a:t>Това го прави много бърз и мощен, но също така опасен, ако програмистът допусне грешка.</a:t>
            </a:r>
            <a:endParaRPr sz="1100">
              <a:highlight>
                <a:schemeClr val="dk1"/>
              </a:highlight>
              <a:latin typeface="Arial"/>
              <a:ea typeface="Arial"/>
              <a:cs typeface="Arial"/>
              <a:sym typeface="Arial"/>
            </a:endParaRPr>
          </a:p>
          <a:p>
            <a:pPr indent="0" lvl="0" marL="0" rtl="0" algn="l">
              <a:lnSpc>
                <a:spcPct val="80000"/>
              </a:lnSpc>
              <a:spcBef>
                <a:spcPts val="1200"/>
              </a:spcBef>
              <a:spcAft>
                <a:spcPts val="0"/>
              </a:spcAft>
              <a:buNone/>
            </a:pPr>
            <a:r>
              <a:rPr lang="en" sz="1100">
                <a:highlight>
                  <a:schemeClr val="dk1"/>
                </a:highlight>
                <a:latin typeface="Arial"/>
                <a:ea typeface="Arial"/>
                <a:cs typeface="Arial"/>
                <a:sym typeface="Arial"/>
              </a:rPr>
              <a:t>Грешки като buffer overflow могат да позволят на атакуващия да промени нормалното изпълнение на програмата.</a:t>
            </a:r>
            <a:endParaRPr sz="1100">
              <a:highlight>
                <a:schemeClr val="dk1"/>
              </a:highlight>
              <a:latin typeface="Arial"/>
              <a:ea typeface="Arial"/>
              <a:cs typeface="Arial"/>
              <a:sym typeface="Arial"/>
            </a:endParaRPr>
          </a:p>
          <a:p>
            <a:pPr indent="0" lvl="0" marL="0" rtl="0" algn="l">
              <a:lnSpc>
                <a:spcPct val="80000"/>
              </a:lnSpc>
              <a:spcBef>
                <a:spcPts val="1200"/>
              </a:spcBef>
              <a:spcAft>
                <a:spcPts val="0"/>
              </a:spcAft>
              <a:buNone/>
            </a:pPr>
            <a:r>
              <a:rPr b="1" lang="en" sz="1100">
                <a:highlight>
                  <a:schemeClr val="dk1"/>
                </a:highlight>
                <a:latin typeface="Arial"/>
                <a:ea typeface="Arial"/>
                <a:cs typeface="Arial"/>
                <a:sym typeface="Arial"/>
              </a:rPr>
              <a:t>Опасностите могат да бъдат:</a:t>
            </a:r>
            <a:endParaRPr b="1" sz="1100">
              <a:highlight>
                <a:schemeClr val="dk1"/>
              </a:highlight>
              <a:latin typeface="Arial"/>
              <a:ea typeface="Arial"/>
              <a:cs typeface="Arial"/>
              <a:sym typeface="Arial"/>
            </a:endParaRPr>
          </a:p>
          <a:p>
            <a:pPr indent="0" lvl="0" marL="0" rtl="0" algn="l">
              <a:lnSpc>
                <a:spcPct val="80000"/>
              </a:lnSpc>
              <a:spcBef>
                <a:spcPts val="1200"/>
              </a:spcBef>
              <a:spcAft>
                <a:spcPts val="0"/>
              </a:spcAft>
              <a:buNone/>
            </a:pPr>
            <a:r>
              <a:rPr lang="en" sz="1100">
                <a:highlight>
                  <a:schemeClr val="dk1"/>
                </a:highlight>
                <a:latin typeface="Arial"/>
                <a:ea typeface="Arial"/>
                <a:cs typeface="Arial"/>
                <a:sym typeface="Arial"/>
              </a:rPr>
              <a:t>Crash на програмата</a:t>
            </a:r>
            <a:endParaRPr sz="1100">
              <a:highlight>
                <a:schemeClr val="dk1"/>
              </a:highlight>
              <a:latin typeface="Arial"/>
              <a:ea typeface="Arial"/>
              <a:cs typeface="Arial"/>
              <a:sym typeface="Arial"/>
            </a:endParaRPr>
          </a:p>
          <a:p>
            <a:pPr indent="0" lvl="0" marL="0" rtl="0" algn="l">
              <a:lnSpc>
                <a:spcPct val="80000"/>
              </a:lnSpc>
              <a:spcBef>
                <a:spcPts val="1200"/>
              </a:spcBef>
              <a:spcAft>
                <a:spcPts val="0"/>
              </a:spcAft>
              <a:buNone/>
            </a:pPr>
            <a:r>
              <a:rPr lang="en" sz="1100">
                <a:highlight>
                  <a:schemeClr val="dk1"/>
                </a:highlight>
                <a:latin typeface="Arial"/>
                <a:ea typeface="Arial"/>
                <a:cs typeface="Arial"/>
                <a:sym typeface="Arial"/>
              </a:rPr>
              <a:t>Изтичане на информация от паметта</a:t>
            </a:r>
            <a:endParaRPr sz="1100">
              <a:highlight>
                <a:schemeClr val="dk1"/>
              </a:highlight>
              <a:latin typeface="Arial"/>
              <a:ea typeface="Arial"/>
              <a:cs typeface="Arial"/>
              <a:sym typeface="Arial"/>
            </a:endParaRPr>
          </a:p>
          <a:p>
            <a:pPr indent="0" lvl="0" marL="0" rtl="0" algn="l">
              <a:lnSpc>
                <a:spcPct val="80000"/>
              </a:lnSpc>
              <a:spcBef>
                <a:spcPts val="1200"/>
              </a:spcBef>
              <a:spcAft>
                <a:spcPts val="0"/>
              </a:spcAft>
              <a:buNone/>
            </a:pPr>
            <a:r>
              <a:rPr lang="en" sz="1100">
                <a:highlight>
                  <a:schemeClr val="dk1"/>
                </a:highlight>
                <a:latin typeface="Arial"/>
                <a:ea typeface="Arial"/>
                <a:cs typeface="Arial"/>
                <a:sym typeface="Arial"/>
              </a:rPr>
              <a:t>Презаписване на важни данни</a:t>
            </a:r>
            <a:endParaRPr sz="1100">
              <a:highlight>
                <a:schemeClr val="dk1"/>
              </a:highlight>
              <a:latin typeface="Arial"/>
              <a:ea typeface="Arial"/>
              <a:cs typeface="Arial"/>
              <a:sym typeface="Arial"/>
            </a:endParaRPr>
          </a:p>
          <a:p>
            <a:pPr indent="0" lvl="0" marL="0" rtl="0" algn="l">
              <a:lnSpc>
                <a:spcPct val="80000"/>
              </a:lnSpc>
              <a:spcBef>
                <a:spcPts val="1200"/>
              </a:spcBef>
              <a:spcAft>
                <a:spcPts val="0"/>
              </a:spcAft>
              <a:buNone/>
            </a:pPr>
            <a:r>
              <a:rPr lang="en" sz="1100">
                <a:highlight>
                  <a:schemeClr val="dk1"/>
                </a:highlight>
                <a:latin typeface="Arial"/>
                <a:ea typeface="Arial"/>
                <a:cs typeface="Arial"/>
                <a:sym typeface="Arial"/>
              </a:rPr>
              <a:t>Изпълнение на нежелан код</a:t>
            </a:r>
            <a:endParaRPr sz="1100">
              <a:highlight>
                <a:schemeClr val="dk1"/>
              </a:highlight>
              <a:latin typeface="Arial"/>
              <a:ea typeface="Arial"/>
              <a:cs typeface="Arial"/>
              <a:sym typeface="Arial"/>
            </a:endParaRPr>
          </a:p>
          <a:p>
            <a:pPr indent="0" lvl="0" marL="0" rtl="0" algn="l">
              <a:lnSpc>
                <a:spcPct val="80000"/>
              </a:lnSpc>
              <a:spcBef>
                <a:spcPts val="1200"/>
              </a:spcBef>
              <a:spcAft>
                <a:spcPts val="0"/>
              </a:spcAft>
              <a:buNone/>
            </a:pPr>
            <a:r>
              <a:rPr lang="en" sz="1100">
                <a:highlight>
                  <a:schemeClr val="dk1"/>
                </a:highlight>
                <a:latin typeface="Arial"/>
                <a:ea typeface="Arial"/>
                <a:cs typeface="Arial"/>
                <a:sym typeface="Arial"/>
              </a:rPr>
              <a:t>Превземане на контрола върху програмата</a:t>
            </a:r>
            <a:endParaRPr sz="1100">
              <a:highlight>
                <a:schemeClr val="dk1"/>
              </a:highlight>
              <a:latin typeface="Arial"/>
              <a:ea typeface="Arial"/>
              <a:cs typeface="Arial"/>
              <a:sym typeface="Arial"/>
            </a:endParaRPr>
          </a:p>
          <a:p>
            <a:pPr indent="0" lvl="0" marL="0" rtl="0" algn="l">
              <a:spcBef>
                <a:spcPts val="1200"/>
              </a:spcBef>
              <a:spcAft>
                <a:spcPts val="800"/>
              </a:spcAft>
              <a:buNone/>
            </a:pPr>
            <a:r>
              <a:t/>
            </a:r>
            <a:endParaRPr sz="1200">
              <a:highlight>
                <a:schemeClr val="dk1"/>
              </a:highlight>
            </a:endParaRPr>
          </a:p>
        </p:txBody>
      </p:sp>
      <p:sp>
        <p:nvSpPr>
          <p:cNvPr id="487" name="Google Shape;487;p43"/>
          <p:cNvSpPr txBox="1"/>
          <p:nvPr/>
        </p:nvSpPr>
        <p:spPr>
          <a:xfrm>
            <a:off x="4907025" y="968100"/>
            <a:ext cx="4249200" cy="369300"/>
          </a:xfrm>
          <a:prstGeom prst="rect">
            <a:avLst/>
          </a:prstGeom>
          <a:solidFill>
            <a:schemeClr val="dk1"/>
          </a:solidFill>
          <a:ln cap="flat" cmpd="sng" w="9525">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t/>
            </a:r>
            <a:endParaRPr sz="1200">
              <a:solidFill>
                <a:schemeClr val="lt1"/>
              </a:solidFill>
              <a:latin typeface="Urbanist"/>
              <a:ea typeface="Urbanist"/>
              <a:cs typeface="Urbanist"/>
              <a:sym typeface="Urbanist"/>
            </a:endParaRPr>
          </a:p>
        </p:txBody>
      </p:sp>
      <p:pic>
        <p:nvPicPr>
          <p:cNvPr id="488" name="Google Shape;488;p43"/>
          <p:cNvPicPr preferRelativeResize="0"/>
          <p:nvPr/>
        </p:nvPicPr>
        <p:blipFill>
          <a:blip r:embed="rId3">
            <a:alphaModFix/>
          </a:blip>
          <a:stretch>
            <a:fillRect/>
          </a:stretch>
        </p:blipFill>
        <p:spPr>
          <a:xfrm>
            <a:off x="5247000" y="870525"/>
            <a:ext cx="3592199" cy="30610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488"/>
                                        </p:tgtEl>
                                        <p:attrNameLst>
                                          <p:attrName>style.visibility</p:attrName>
                                        </p:attrNameLst>
                                      </p:cBhvr>
                                      <p:to>
                                        <p:strVal val="visible"/>
                                      </p:to>
                                    </p:set>
                                    <p:anim calcmode="lin" valueType="num">
                                      <p:cBhvr additive="base">
                                        <p:cTn dur="1000"/>
                                        <p:tgtEl>
                                          <p:spTgt spid="488"/>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2" name="Shape 492"/>
        <p:cNvGrpSpPr/>
        <p:nvPr/>
      </p:nvGrpSpPr>
      <p:grpSpPr>
        <a:xfrm>
          <a:off x="0" y="0"/>
          <a:ext cx="0" cy="0"/>
          <a:chOff x="0" y="0"/>
          <a:chExt cx="0" cy="0"/>
        </a:xfrm>
      </p:grpSpPr>
      <p:sp>
        <p:nvSpPr>
          <p:cNvPr id="493" name="Google Shape;493;p44"/>
          <p:cNvSpPr txBox="1"/>
          <p:nvPr>
            <p:ph type="title"/>
          </p:nvPr>
        </p:nvSpPr>
        <p:spPr>
          <a:xfrm>
            <a:off x="184275" y="190125"/>
            <a:ext cx="4637700" cy="537300"/>
          </a:xfrm>
          <a:prstGeom prst="rect">
            <a:avLst/>
          </a:prstGeom>
        </p:spPr>
        <p:txBody>
          <a:bodyPr anchorCtr="0" anchor="t" bIns="91425" lIns="0" spcFirstLastPara="1" rIns="91425" wrap="square" tIns="0">
            <a:spAutoFit/>
          </a:bodyPr>
          <a:lstStyle/>
          <a:p>
            <a:pPr indent="0" lvl="0" marL="0" rtl="0" algn="l">
              <a:spcBef>
                <a:spcPts val="0"/>
              </a:spcBef>
              <a:spcAft>
                <a:spcPts val="0"/>
              </a:spcAft>
              <a:buNone/>
            </a:pPr>
            <a:r>
              <a:rPr lang="en"/>
              <a:t>Как C работи с паметта </a:t>
            </a:r>
            <a:endParaRPr/>
          </a:p>
        </p:txBody>
      </p:sp>
      <p:sp>
        <p:nvSpPr>
          <p:cNvPr id="494" name="Google Shape;494;p44"/>
          <p:cNvSpPr txBox="1"/>
          <p:nvPr/>
        </p:nvSpPr>
        <p:spPr>
          <a:xfrm>
            <a:off x="4907025" y="968100"/>
            <a:ext cx="4249200" cy="369300"/>
          </a:xfrm>
          <a:prstGeom prst="rect">
            <a:avLst/>
          </a:prstGeom>
          <a:solidFill>
            <a:schemeClr val="dk1"/>
          </a:solidFill>
          <a:ln cap="flat" cmpd="sng" w="9525">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t/>
            </a:r>
            <a:endParaRPr sz="1200">
              <a:solidFill>
                <a:schemeClr val="lt1"/>
              </a:solidFill>
              <a:latin typeface="Urbanist"/>
              <a:ea typeface="Urbanist"/>
              <a:cs typeface="Urbanist"/>
              <a:sym typeface="Urbanist"/>
            </a:endParaRPr>
          </a:p>
        </p:txBody>
      </p:sp>
      <p:sp>
        <p:nvSpPr>
          <p:cNvPr id="495" name="Google Shape;495;p44"/>
          <p:cNvSpPr txBox="1"/>
          <p:nvPr/>
        </p:nvSpPr>
        <p:spPr>
          <a:xfrm>
            <a:off x="295600" y="1078950"/>
            <a:ext cx="4441500" cy="3111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lt1"/>
                </a:solidFill>
                <a:latin typeface="Urbanist"/>
                <a:ea typeface="Urbanist"/>
                <a:cs typeface="Urbanist"/>
                <a:sym typeface="Urbanist"/>
              </a:rPr>
              <a:t>C е език от ниско ниво, който дава на програмиста директен контрол върху паметта. </a:t>
            </a:r>
            <a:endParaRPr sz="1200">
              <a:solidFill>
                <a:schemeClr val="lt1"/>
              </a:solidFill>
              <a:latin typeface="Urbanist"/>
              <a:ea typeface="Urbanist"/>
              <a:cs typeface="Urbanist"/>
              <a:sym typeface="Urbanist"/>
            </a:endParaRPr>
          </a:p>
          <a:p>
            <a:pPr indent="0" lvl="0" marL="0" rtl="0" algn="l">
              <a:lnSpc>
                <a:spcPct val="115000"/>
              </a:lnSpc>
              <a:spcBef>
                <a:spcPts val="1200"/>
              </a:spcBef>
              <a:spcAft>
                <a:spcPts val="0"/>
              </a:spcAft>
              <a:buClr>
                <a:schemeClr val="dk1"/>
              </a:buClr>
              <a:buSzPts val="1100"/>
              <a:buFont typeface="Arial"/>
              <a:buNone/>
            </a:pPr>
            <a:r>
              <a:rPr lang="en" sz="1200">
                <a:solidFill>
                  <a:schemeClr val="lt1"/>
                </a:solidFill>
                <a:latin typeface="Urbanist"/>
                <a:ea typeface="Urbanist"/>
                <a:cs typeface="Urbanist"/>
                <a:sym typeface="Urbanist"/>
              </a:rPr>
              <a:t>В C програмистът сам решава:</a:t>
            </a:r>
            <a:endParaRPr sz="1200">
              <a:solidFill>
                <a:schemeClr val="lt1"/>
              </a:solidFill>
              <a:latin typeface="Urbanist"/>
              <a:ea typeface="Urbanist"/>
              <a:cs typeface="Urbanist"/>
              <a:sym typeface="Urbanist"/>
            </a:endParaRPr>
          </a:p>
          <a:p>
            <a:pPr indent="0" lvl="0" marL="0" rtl="0" algn="l">
              <a:lnSpc>
                <a:spcPct val="115000"/>
              </a:lnSpc>
              <a:spcBef>
                <a:spcPts val="1200"/>
              </a:spcBef>
              <a:spcAft>
                <a:spcPts val="0"/>
              </a:spcAft>
              <a:buClr>
                <a:schemeClr val="dk1"/>
              </a:buClr>
              <a:buSzPts val="1100"/>
              <a:buFont typeface="Arial"/>
              <a:buNone/>
            </a:pPr>
            <a:r>
              <a:rPr lang="en" sz="1200">
                <a:solidFill>
                  <a:schemeClr val="lt1"/>
                </a:solidFill>
                <a:latin typeface="Urbanist"/>
                <a:ea typeface="Urbanist"/>
                <a:cs typeface="Urbanist"/>
                <a:sym typeface="Urbanist"/>
              </a:rPr>
              <a:t>къде да създаде променлива</a:t>
            </a:r>
            <a:br>
              <a:rPr lang="en" sz="1200">
                <a:solidFill>
                  <a:schemeClr val="lt1"/>
                </a:solidFill>
                <a:latin typeface="Urbanist"/>
                <a:ea typeface="Urbanist"/>
                <a:cs typeface="Urbanist"/>
                <a:sym typeface="Urbanist"/>
              </a:rPr>
            </a:br>
            <a:r>
              <a:rPr lang="en" sz="1200">
                <a:solidFill>
                  <a:schemeClr val="lt1"/>
                </a:solidFill>
                <a:latin typeface="Urbanist"/>
                <a:ea typeface="Urbanist"/>
                <a:cs typeface="Urbanist"/>
                <a:sym typeface="Urbanist"/>
              </a:rPr>
              <a:t> колко памет да използва</a:t>
            </a:r>
            <a:br>
              <a:rPr lang="en" sz="1200">
                <a:solidFill>
                  <a:schemeClr val="lt1"/>
                </a:solidFill>
                <a:latin typeface="Urbanist"/>
                <a:ea typeface="Urbanist"/>
                <a:cs typeface="Urbanist"/>
                <a:sym typeface="Urbanist"/>
              </a:rPr>
            </a:br>
            <a:r>
              <a:rPr lang="en" sz="1200">
                <a:solidFill>
                  <a:schemeClr val="lt1"/>
                </a:solidFill>
                <a:latin typeface="Urbanist"/>
                <a:ea typeface="Urbanist"/>
                <a:cs typeface="Urbanist"/>
                <a:sym typeface="Urbanist"/>
              </a:rPr>
              <a:t> дали да работи с адреси чрез pointers</a:t>
            </a:r>
            <a:br>
              <a:rPr lang="en" sz="1200">
                <a:solidFill>
                  <a:schemeClr val="lt1"/>
                </a:solidFill>
                <a:latin typeface="Urbanist"/>
                <a:ea typeface="Urbanist"/>
                <a:cs typeface="Urbanist"/>
                <a:sym typeface="Urbanist"/>
              </a:rPr>
            </a:br>
            <a:r>
              <a:rPr lang="en" sz="1200">
                <a:solidFill>
                  <a:schemeClr val="lt1"/>
                </a:solidFill>
                <a:latin typeface="Urbanist"/>
                <a:ea typeface="Urbanist"/>
                <a:cs typeface="Urbanist"/>
                <a:sym typeface="Urbanist"/>
              </a:rPr>
              <a:t> кога да задели или освободи динамична памет</a:t>
            </a:r>
            <a:endParaRPr sz="1200">
              <a:solidFill>
                <a:schemeClr val="lt1"/>
              </a:solidFill>
              <a:latin typeface="Urbanist"/>
              <a:ea typeface="Urbanist"/>
              <a:cs typeface="Urbanist"/>
              <a:sym typeface="Urbanist"/>
            </a:endParaRPr>
          </a:p>
          <a:p>
            <a:pPr indent="0" lvl="0" marL="0" rtl="0" algn="l">
              <a:spcBef>
                <a:spcPts val="1200"/>
              </a:spcBef>
              <a:spcAft>
                <a:spcPts val="0"/>
              </a:spcAft>
              <a:buNone/>
            </a:pPr>
            <a:r>
              <a:rPr lang="en" sz="1200">
                <a:solidFill>
                  <a:schemeClr val="lt1"/>
                </a:solidFill>
                <a:latin typeface="Urbanist"/>
                <a:ea typeface="Urbanist"/>
                <a:cs typeface="Urbanist"/>
                <a:sym typeface="Urbanist"/>
              </a:rPr>
              <a:t>Code - инструкциите на програмата </a:t>
            </a:r>
            <a:endParaRPr sz="1200">
              <a:solidFill>
                <a:schemeClr val="lt1"/>
              </a:solidFill>
              <a:latin typeface="Urbanist"/>
              <a:ea typeface="Urbanist"/>
              <a:cs typeface="Urbanist"/>
              <a:sym typeface="Urbanist"/>
            </a:endParaRPr>
          </a:p>
          <a:p>
            <a:pPr indent="0" lvl="0" marL="0" rtl="0" algn="l">
              <a:spcBef>
                <a:spcPts val="0"/>
              </a:spcBef>
              <a:spcAft>
                <a:spcPts val="0"/>
              </a:spcAft>
              <a:buNone/>
            </a:pPr>
            <a:r>
              <a:rPr lang="en" sz="1200">
                <a:solidFill>
                  <a:schemeClr val="lt1"/>
                </a:solidFill>
                <a:latin typeface="Urbanist"/>
                <a:ea typeface="Urbanist"/>
                <a:cs typeface="Urbanist"/>
                <a:sym typeface="Urbanist"/>
              </a:rPr>
              <a:t>Data - глобални и статични променливи </a:t>
            </a:r>
            <a:endParaRPr sz="1200">
              <a:solidFill>
                <a:schemeClr val="lt1"/>
              </a:solidFill>
              <a:latin typeface="Urbanist"/>
              <a:ea typeface="Urbanist"/>
              <a:cs typeface="Urbanist"/>
              <a:sym typeface="Urbanist"/>
            </a:endParaRPr>
          </a:p>
          <a:p>
            <a:pPr indent="0" lvl="0" marL="0" rtl="0" algn="l">
              <a:spcBef>
                <a:spcPts val="0"/>
              </a:spcBef>
              <a:spcAft>
                <a:spcPts val="0"/>
              </a:spcAft>
              <a:buNone/>
            </a:pPr>
            <a:r>
              <a:rPr lang="en" sz="1200">
                <a:solidFill>
                  <a:schemeClr val="lt1"/>
                </a:solidFill>
                <a:latin typeface="Urbanist"/>
                <a:ea typeface="Urbanist"/>
                <a:cs typeface="Urbanist"/>
                <a:sym typeface="Urbanist"/>
              </a:rPr>
              <a:t>Heap - динамично заделена памет </a:t>
            </a:r>
            <a:endParaRPr sz="1200">
              <a:solidFill>
                <a:schemeClr val="lt1"/>
              </a:solidFill>
              <a:latin typeface="Urbanist"/>
              <a:ea typeface="Urbanist"/>
              <a:cs typeface="Urbanist"/>
              <a:sym typeface="Urbanist"/>
            </a:endParaRPr>
          </a:p>
          <a:p>
            <a:pPr indent="0" lvl="0" marL="0" rtl="0" algn="l">
              <a:spcBef>
                <a:spcPts val="0"/>
              </a:spcBef>
              <a:spcAft>
                <a:spcPts val="0"/>
              </a:spcAft>
              <a:buNone/>
            </a:pPr>
            <a:r>
              <a:rPr lang="en" sz="1200">
                <a:solidFill>
                  <a:schemeClr val="lt1"/>
                </a:solidFill>
                <a:latin typeface="Urbanist"/>
                <a:ea typeface="Urbanist"/>
                <a:cs typeface="Urbanist"/>
                <a:sym typeface="Urbanist"/>
              </a:rPr>
              <a:t>Stack - локални променливи и function calls </a:t>
            </a:r>
            <a:endParaRPr sz="1200">
              <a:solidFill>
                <a:schemeClr val="lt1"/>
              </a:solidFill>
              <a:latin typeface="Urbanist"/>
              <a:ea typeface="Urbanist"/>
              <a:cs typeface="Urbanist"/>
              <a:sym typeface="Urbanist"/>
            </a:endParaRPr>
          </a:p>
        </p:txBody>
      </p:sp>
      <p:sp>
        <p:nvSpPr>
          <p:cNvPr id="496" name="Google Shape;496;p44"/>
          <p:cNvSpPr txBox="1"/>
          <p:nvPr/>
        </p:nvSpPr>
        <p:spPr>
          <a:xfrm>
            <a:off x="5069600" y="109050"/>
            <a:ext cx="3761700" cy="4279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lang="en">
                <a:solidFill>
                  <a:schemeClr val="lt1"/>
                </a:solidFill>
              </a:rPr>
              <a:t>int global_number = 10; // Data</a:t>
            </a:r>
            <a:endParaRPr>
              <a:solidFill>
                <a:schemeClr val="lt1"/>
              </a:solidFill>
            </a:endParaRPr>
          </a:p>
          <a:p>
            <a:pPr indent="0" lvl="0" marL="0" rtl="0" algn="l">
              <a:spcBef>
                <a:spcPts val="0"/>
              </a:spcBef>
              <a:spcAft>
                <a:spcPts val="0"/>
              </a:spcAft>
              <a:buClr>
                <a:schemeClr val="dk1"/>
              </a:buClr>
              <a:buSzPts val="1100"/>
              <a:buFont typeface="Arial"/>
              <a:buNone/>
            </a:pPr>
            <a:r>
              <a:rPr lang="en">
                <a:solidFill>
                  <a:schemeClr val="lt1"/>
                </a:solidFill>
              </a:rPr>
              <a:t>static int static_number = 20; // Data</a:t>
            </a:r>
            <a:endParaRPr>
              <a:solidFill>
                <a:schemeClr val="lt1"/>
              </a:solidFill>
            </a:endParaRPr>
          </a:p>
          <a:p>
            <a:pPr indent="0" lvl="0" marL="0" rtl="0" algn="l">
              <a:spcBef>
                <a:spcPts val="0"/>
              </a:spcBef>
              <a:spcAft>
                <a:spcPts val="0"/>
              </a:spcAft>
              <a:buClr>
                <a:schemeClr val="dk1"/>
              </a:buClr>
              <a:buSzPts val="1100"/>
              <a:buFont typeface="Arial"/>
              <a:buNone/>
            </a:pPr>
            <a:r>
              <a:t/>
            </a:r>
            <a:endParaRPr>
              <a:solidFill>
                <a:schemeClr val="lt1"/>
              </a:solidFill>
            </a:endParaRPr>
          </a:p>
          <a:p>
            <a:pPr indent="0" lvl="0" marL="0" rtl="0" algn="l">
              <a:spcBef>
                <a:spcPts val="0"/>
              </a:spcBef>
              <a:spcAft>
                <a:spcPts val="0"/>
              </a:spcAft>
              <a:buClr>
                <a:schemeClr val="dk1"/>
              </a:buClr>
              <a:buSzPts val="1100"/>
              <a:buFont typeface="Arial"/>
              <a:buNone/>
            </a:pPr>
            <a:r>
              <a:rPr lang="en">
                <a:solidFill>
                  <a:schemeClr val="lt1"/>
                </a:solidFill>
              </a:rPr>
              <a:t>void test_function() { // Code</a:t>
            </a:r>
            <a:endParaRPr>
              <a:solidFill>
                <a:schemeClr val="lt1"/>
              </a:solidFill>
            </a:endParaRPr>
          </a:p>
          <a:p>
            <a:pPr indent="0" lvl="0" marL="0" rtl="0" algn="l">
              <a:spcBef>
                <a:spcPts val="0"/>
              </a:spcBef>
              <a:spcAft>
                <a:spcPts val="0"/>
              </a:spcAft>
              <a:buClr>
                <a:schemeClr val="dk1"/>
              </a:buClr>
              <a:buSzPts val="1100"/>
              <a:buFont typeface="Arial"/>
              <a:buNone/>
            </a:pPr>
            <a:r>
              <a:rPr lang="en">
                <a:solidFill>
                  <a:schemeClr val="lt1"/>
                </a:solidFill>
              </a:rPr>
              <a:t>int local_number = 30; // Stack</a:t>
            </a:r>
            <a:endParaRPr>
              <a:solidFill>
                <a:schemeClr val="lt1"/>
              </a:solidFill>
            </a:endParaRPr>
          </a:p>
          <a:p>
            <a:pPr indent="0" lvl="0" marL="0" rtl="0" algn="l">
              <a:spcBef>
                <a:spcPts val="0"/>
              </a:spcBef>
              <a:spcAft>
                <a:spcPts val="0"/>
              </a:spcAft>
              <a:buClr>
                <a:schemeClr val="dk1"/>
              </a:buClr>
              <a:buSzPts val="1100"/>
              <a:buFont typeface="Arial"/>
              <a:buNone/>
            </a:pPr>
            <a:r>
              <a:rPr lang="en">
                <a:solidFill>
                  <a:schemeClr val="lt1"/>
                </a:solidFill>
              </a:rPr>
              <a:t>char local_buffer[32]; // Stack</a:t>
            </a:r>
            <a:endParaRPr>
              <a:solidFill>
                <a:schemeClr val="lt1"/>
              </a:solidFill>
            </a:endParaRPr>
          </a:p>
          <a:p>
            <a:pPr indent="0" lvl="0" marL="0" rtl="0" algn="l">
              <a:spcBef>
                <a:spcPts val="0"/>
              </a:spcBef>
              <a:spcAft>
                <a:spcPts val="0"/>
              </a:spcAft>
              <a:buClr>
                <a:schemeClr val="dk1"/>
              </a:buClr>
              <a:buSzPts val="1100"/>
              <a:buFont typeface="Arial"/>
              <a:buNone/>
            </a:pPr>
            <a:r>
              <a:t/>
            </a:r>
            <a:endParaRPr>
              <a:solidFill>
                <a:schemeClr val="lt1"/>
              </a:solidFill>
            </a:endParaRPr>
          </a:p>
          <a:p>
            <a:pPr indent="0" lvl="0" marL="0" rtl="0" algn="l">
              <a:spcBef>
                <a:spcPts val="0"/>
              </a:spcBef>
              <a:spcAft>
                <a:spcPts val="0"/>
              </a:spcAft>
              <a:buClr>
                <a:schemeClr val="dk1"/>
              </a:buClr>
              <a:buSzPts val="1100"/>
              <a:buFont typeface="Arial"/>
              <a:buNone/>
            </a:pPr>
            <a:r>
              <a:rPr lang="en">
                <a:solidFill>
                  <a:schemeClr val="lt1"/>
                </a:solidFill>
              </a:rPr>
              <a:t>char *dynamic_buffer = malloc(100); // Heap</a:t>
            </a:r>
            <a:endParaRPr>
              <a:solidFill>
                <a:schemeClr val="lt1"/>
              </a:solidFill>
            </a:endParaRPr>
          </a:p>
          <a:p>
            <a:pPr indent="0" lvl="0" marL="0" rtl="0" algn="l">
              <a:spcBef>
                <a:spcPts val="0"/>
              </a:spcBef>
              <a:spcAft>
                <a:spcPts val="0"/>
              </a:spcAft>
              <a:buClr>
                <a:schemeClr val="dk1"/>
              </a:buClr>
              <a:buSzPts val="1100"/>
              <a:buFont typeface="Arial"/>
              <a:buNone/>
            </a:pPr>
            <a:r>
              <a:t/>
            </a:r>
            <a:endParaRPr>
              <a:solidFill>
                <a:schemeClr val="lt1"/>
              </a:solidFill>
            </a:endParaRPr>
          </a:p>
          <a:p>
            <a:pPr indent="0" lvl="0" marL="0" rtl="0" algn="l">
              <a:spcBef>
                <a:spcPts val="0"/>
              </a:spcBef>
              <a:spcAft>
                <a:spcPts val="0"/>
              </a:spcAft>
              <a:buClr>
                <a:schemeClr val="dk1"/>
              </a:buClr>
              <a:buSzPts val="1100"/>
              <a:buFont typeface="Arial"/>
              <a:buNone/>
            </a:pPr>
            <a:r>
              <a:rPr lang="en">
                <a:solidFill>
                  <a:schemeClr val="lt1"/>
                </a:solidFill>
              </a:rPr>
              <a:t>if (dynamic_buffer != NULL) {</a:t>
            </a:r>
            <a:endParaRPr>
              <a:solidFill>
                <a:schemeClr val="lt1"/>
              </a:solidFill>
            </a:endParaRPr>
          </a:p>
          <a:p>
            <a:pPr indent="0" lvl="0" marL="0" rtl="0" algn="l">
              <a:spcBef>
                <a:spcPts val="0"/>
              </a:spcBef>
              <a:spcAft>
                <a:spcPts val="0"/>
              </a:spcAft>
              <a:buClr>
                <a:schemeClr val="dk1"/>
              </a:buClr>
              <a:buSzPts val="1100"/>
              <a:buFont typeface="Arial"/>
              <a:buNone/>
            </a:pPr>
            <a:r>
              <a:rPr lang="en">
                <a:solidFill>
                  <a:schemeClr val="lt1"/>
                </a:solidFill>
              </a:rPr>
              <a:t>dynamic_buffer[0] = 'A';</a:t>
            </a:r>
            <a:endParaRPr>
              <a:solidFill>
                <a:schemeClr val="lt1"/>
              </a:solidFill>
            </a:endParaRPr>
          </a:p>
          <a:p>
            <a:pPr indent="0" lvl="0" marL="0" rtl="0" algn="l">
              <a:spcBef>
                <a:spcPts val="0"/>
              </a:spcBef>
              <a:spcAft>
                <a:spcPts val="0"/>
              </a:spcAft>
              <a:buClr>
                <a:schemeClr val="dk1"/>
              </a:buClr>
              <a:buSzPts val="1100"/>
              <a:buFont typeface="Arial"/>
              <a:buNone/>
            </a:pPr>
            <a:r>
              <a:rPr lang="en">
                <a:solidFill>
                  <a:schemeClr val="lt1"/>
                </a:solidFill>
              </a:rPr>
              <a:t>free(dynamic_buffer);</a:t>
            </a:r>
            <a:endParaRPr>
              <a:solidFill>
                <a:schemeClr val="lt1"/>
              </a:solidFill>
            </a:endParaRPr>
          </a:p>
          <a:p>
            <a:pPr indent="0" lvl="0" marL="0" rtl="0" algn="l">
              <a:spcBef>
                <a:spcPts val="0"/>
              </a:spcBef>
              <a:spcAft>
                <a:spcPts val="0"/>
              </a:spcAft>
              <a:buClr>
                <a:schemeClr val="dk1"/>
              </a:buClr>
              <a:buSzPts val="1100"/>
              <a:buFont typeface="Arial"/>
              <a:buNone/>
            </a:pPr>
            <a:r>
              <a:rPr lang="en">
                <a:solidFill>
                  <a:schemeClr val="lt1"/>
                </a:solidFill>
              </a:rPr>
              <a:t>}</a:t>
            </a:r>
            <a:endParaRPr>
              <a:solidFill>
                <a:schemeClr val="lt1"/>
              </a:solidFill>
            </a:endParaRPr>
          </a:p>
          <a:p>
            <a:pPr indent="0" lvl="0" marL="0" rtl="0" algn="l">
              <a:spcBef>
                <a:spcPts val="0"/>
              </a:spcBef>
              <a:spcAft>
                <a:spcPts val="0"/>
              </a:spcAft>
              <a:buClr>
                <a:schemeClr val="dk1"/>
              </a:buClr>
              <a:buSzPts val="1100"/>
              <a:buFont typeface="Arial"/>
              <a:buNone/>
            </a:pPr>
            <a:r>
              <a:rPr lang="en">
                <a:solidFill>
                  <a:schemeClr val="lt1"/>
                </a:solidFill>
              </a:rPr>
              <a:t>}</a:t>
            </a:r>
            <a:endParaRPr>
              <a:solidFill>
                <a:schemeClr val="lt1"/>
              </a:solidFill>
            </a:endParaRPr>
          </a:p>
          <a:p>
            <a:pPr indent="0" lvl="0" marL="0" rtl="0" algn="l">
              <a:spcBef>
                <a:spcPts val="0"/>
              </a:spcBef>
              <a:spcAft>
                <a:spcPts val="0"/>
              </a:spcAft>
              <a:buClr>
                <a:schemeClr val="dk1"/>
              </a:buClr>
              <a:buSzPts val="1100"/>
              <a:buFont typeface="Arial"/>
              <a:buNone/>
            </a:pPr>
            <a:r>
              <a:t/>
            </a:r>
            <a:endParaRPr>
              <a:solidFill>
                <a:schemeClr val="lt1"/>
              </a:solidFill>
            </a:endParaRPr>
          </a:p>
          <a:p>
            <a:pPr indent="0" lvl="0" marL="0" rtl="0" algn="l">
              <a:spcBef>
                <a:spcPts val="0"/>
              </a:spcBef>
              <a:spcAft>
                <a:spcPts val="0"/>
              </a:spcAft>
              <a:buClr>
                <a:schemeClr val="dk1"/>
              </a:buClr>
              <a:buSzPts val="1100"/>
              <a:buFont typeface="Arial"/>
              <a:buNone/>
            </a:pPr>
            <a:r>
              <a:rPr lang="en">
                <a:solidFill>
                  <a:schemeClr val="lt1"/>
                </a:solidFill>
              </a:rPr>
              <a:t>int main() { // Code</a:t>
            </a:r>
            <a:endParaRPr>
              <a:solidFill>
                <a:schemeClr val="lt1"/>
              </a:solidFill>
            </a:endParaRPr>
          </a:p>
          <a:p>
            <a:pPr indent="0" lvl="0" marL="0" rtl="0" algn="l">
              <a:spcBef>
                <a:spcPts val="0"/>
              </a:spcBef>
              <a:spcAft>
                <a:spcPts val="0"/>
              </a:spcAft>
              <a:buClr>
                <a:schemeClr val="dk1"/>
              </a:buClr>
              <a:buSzPts val="1100"/>
              <a:buFont typeface="Arial"/>
              <a:buNone/>
            </a:pPr>
            <a:r>
              <a:rPr lang="en">
                <a:solidFill>
                  <a:schemeClr val="lt1"/>
                </a:solidFill>
              </a:rPr>
              <a:t>test_function();</a:t>
            </a:r>
            <a:endParaRPr>
              <a:solidFill>
                <a:schemeClr val="lt1"/>
              </a:solidFill>
            </a:endParaRPr>
          </a:p>
          <a:p>
            <a:pPr indent="0" lvl="0" marL="0" rtl="0" algn="l">
              <a:spcBef>
                <a:spcPts val="0"/>
              </a:spcBef>
              <a:spcAft>
                <a:spcPts val="0"/>
              </a:spcAft>
              <a:buClr>
                <a:schemeClr val="dk1"/>
              </a:buClr>
              <a:buSzPts val="1100"/>
              <a:buFont typeface="Arial"/>
              <a:buNone/>
            </a:pPr>
            <a:r>
              <a:rPr lang="en">
                <a:solidFill>
                  <a:schemeClr val="lt1"/>
                </a:solidFill>
              </a:rPr>
              <a:t>return 0;</a:t>
            </a:r>
            <a:endParaRPr>
              <a:solidFill>
                <a:schemeClr val="lt1"/>
              </a:solidFill>
            </a:endParaRPr>
          </a:p>
          <a:p>
            <a:pPr indent="0" lvl="0" marL="0" rtl="0" algn="l">
              <a:spcBef>
                <a:spcPts val="0"/>
              </a:spcBef>
              <a:spcAft>
                <a:spcPts val="0"/>
              </a:spcAft>
              <a:buNone/>
            </a:pPr>
            <a:r>
              <a:rPr lang="en">
                <a:solidFill>
                  <a:schemeClr val="lt1"/>
                </a:solidFill>
              </a:rPr>
              <a:t>} </a:t>
            </a:r>
            <a:endParaRPr>
              <a:solidFill>
                <a:schemeClr val="lt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0" name="Shape 500"/>
        <p:cNvGrpSpPr/>
        <p:nvPr/>
      </p:nvGrpSpPr>
      <p:grpSpPr>
        <a:xfrm>
          <a:off x="0" y="0"/>
          <a:ext cx="0" cy="0"/>
          <a:chOff x="0" y="0"/>
          <a:chExt cx="0" cy="0"/>
        </a:xfrm>
      </p:grpSpPr>
      <p:sp>
        <p:nvSpPr>
          <p:cNvPr id="501" name="Google Shape;501;p45"/>
          <p:cNvSpPr txBox="1"/>
          <p:nvPr>
            <p:ph type="title"/>
          </p:nvPr>
        </p:nvSpPr>
        <p:spPr>
          <a:xfrm>
            <a:off x="184275" y="190125"/>
            <a:ext cx="4637700" cy="537300"/>
          </a:xfrm>
          <a:prstGeom prst="rect">
            <a:avLst/>
          </a:prstGeom>
        </p:spPr>
        <p:txBody>
          <a:bodyPr anchorCtr="0" anchor="t" bIns="91425" lIns="0" spcFirstLastPara="1" rIns="91425" wrap="square" tIns="0">
            <a:spAutoFit/>
          </a:bodyPr>
          <a:lstStyle/>
          <a:p>
            <a:pPr indent="0" lvl="0" marL="0" rtl="0" algn="l">
              <a:spcBef>
                <a:spcPts val="0"/>
              </a:spcBef>
              <a:spcAft>
                <a:spcPts val="0"/>
              </a:spcAft>
              <a:buNone/>
            </a:pPr>
            <a:r>
              <a:rPr lang="en"/>
              <a:t>Пример</a:t>
            </a:r>
            <a:endParaRPr/>
          </a:p>
        </p:txBody>
      </p:sp>
      <p:sp>
        <p:nvSpPr>
          <p:cNvPr id="502" name="Google Shape;502;p45"/>
          <p:cNvSpPr txBox="1"/>
          <p:nvPr/>
        </p:nvSpPr>
        <p:spPr>
          <a:xfrm>
            <a:off x="4907025" y="968100"/>
            <a:ext cx="4249200" cy="369300"/>
          </a:xfrm>
          <a:prstGeom prst="rect">
            <a:avLst/>
          </a:prstGeom>
          <a:solidFill>
            <a:schemeClr val="dk1"/>
          </a:solidFill>
          <a:ln cap="flat" cmpd="sng" w="9525">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t/>
            </a:r>
            <a:endParaRPr sz="1200">
              <a:solidFill>
                <a:schemeClr val="lt1"/>
              </a:solidFill>
              <a:latin typeface="Urbanist"/>
              <a:ea typeface="Urbanist"/>
              <a:cs typeface="Urbanist"/>
              <a:sym typeface="Urbanist"/>
            </a:endParaRPr>
          </a:p>
        </p:txBody>
      </p:sp>
      <p:sp>
        <p:nvSpPr>
          <p:cNvPr id="503" name="Google Shape;503;p45"/>
          <p:cNvSpPr txBox="1"/>
          <p:nvPr/>
        </p:nvSpPr>
        <p:spPr>
          <a:xfrm>
            <a:off x="295600" y="1078950"/>
            <a:ext cx="4441500" cy="3111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lt1"/>
                </a:solidFill>
                <a:latin typeface="Urbanist"/>
                <a:ea typeface="Urbanist"/>
                <a:cs typeface="Urbanist"/>
                <a:sym typeface="Urbanist"/>
              </a:rPr>
              <a:t>Ще разгледаме един пример взет от учeбен сайт - </a:t>
            </a:r>
            <a:r>
              <a:rPr lang="en" sz="1200" u="sng">
                <a:solidFill>
                  <a:schemeClr val="lt1"/>
                </a:solidFill>
                <a:latin typeface="Urbanist"/>
                <a:ea typeface="Urbanist"/>
                <a:cs typeface="Urbanist"/>
                <a:sym typeface="Urbanist"/>
                <a:hlinkClick r:id="rId3">
                  <a:extLst>
                    <a:ext uri="{A12FA001-AC4F-418D-AE19-62706E023703}">
                      <ahyp:hlinkClr val="tx"/>
                    </a:ext>
                  </a:extLst>
                </a:hlinkClick>
              </a:rPr>
              <a:t>http://ropemporium.com/</a:t>
            </a:r>
            <a:endParaRPr sz="1200">
              <a:solidFill>
                <a:schemeClr val="lt1"/>
              </a:solidFill>
              <a:latin typeface="Urbanist"/>
              <a:ea typeface="Urbanist"/>
              <a:cs typeface="Urbanist"/>
              <a:sym typeface="Urbanist"/>
            </a:endParaRPr>
          </a:p>
          <a:p>
            <a:pPr indent="0" lvl="0" marL="0" rtl="0" algn="l">
              <a:spcBef>
                <a:spcPts val="0"/>
              </a:spcBef>
              <a:spcAft>
                <a:spcPts val="0"/>
              </a:spcAft>
              <a:buNone/>
            </a:pPr>
            <a:r>
              <a:t/>
            </a:r>
            <a:endParaRPr sz="1200">
              <a:solidFill>
                <a:schemeClr val="lt1"/>
              </a:solidFill>
              <a:latin typeface="Urbanist"/>
              <a:ea typeface="Urbanist"/>
              <a:cs typeface="Urbanist"/>
              <a:sym typeface="Urbanist"/>
            </a:endParaRPr>
          </a:p>
          <a:p>
            <a:pPr indent="0" lvl="0" marL="0" rtl="0" algn="l">
              <a:spcBef>
                <a:spcPts val="0"/>
              </a:spcBef>
              <a:spcAft>
                <a:spcPts val="0"/>
              </a:spcAft>
              <a:buNone/>
            </a:pPr>
            <a:r>
              <a:rPr lang="en" sz="1200">
                <a:solidFill>
                  <a:schemeClr val="lt1"/>
                </a:solidFill>
                <a:latin typeface="Urbanist"/>
                <a:ea typeface="Urbanist"/>
                <a:cs typeface="Urbanist"/>
                <a:sym typeface="Urbanist"/>
              </a:rPr>
              <a:t>Ret2win</a:t>
            </a:r>
            <a:endParaRPr sz="1200">
              <a:solidFill>
                <a:schemeClr val="lt1"/>
              </a:solidFill>
              <a:latin typeface="Urbanist"/>
              <a:ea typeface="Urbanist"/>
              <a:cs typeface="Urbanist"/>
              <a:sym typeface="Urbanist"/>
            </a:endParaRPr>
          </a:p>
          <a:p>
            <a:pPr indent="0" lvl="0" marL="0" rtl="0" algn="l">
              <a:spcBef>
                <a:spcPts val="0"/>
              </a:spcBef>
              <a:spcAft>
                <a:spcPts val="0"/>
              </a:spcAft>
              <a:buNone/>
            </a:pPr>
            <a:r>
              <a:rPr lang="en" sz="1200">
                <a:solidFill>
                  <a:schemeClr val="lt1"/>
                </a:solidFill>
                <a:latin typeface="Urbanist"/>
                <a:ea typeface="Urbanist"/>
                <a:cs typeface="Urbanist"/>
                <a:sym typeface="Urbanist"/>
              </a:rPr>
              <a:t>Предизвикателството в този случай е да намерим начин да прочетем съдържанието на flag.txt коойто е в същата папка като C програмата която ще </a:t>
            </a:r>
            <a:r>
              <a:rPr lang="en" sz="1200">
                <a:solidFill>
                  <a:schemeClr val="lt1"/>
                </a:solidFill>
                <a:latin typeface="Urbanist"/>
                <a:ea typeface="Urbanist"/>
                <a:cs typeface="Urbanist"/>
                <a:sym typeface="Urbanist"/>
              </a:rPr>
              <a:t>експлоатираме</a:t>
            </a:r>
            <a:r>
              <a:rPr lang="en" sz="1200">
                <a:solidFill>
                  <a:schemeClr val="lt1"/>
                </a:solidFill>
                <a:latin typeface="Urbanist"/>
                <a:ea typeface="Urbanist"/>
                <a:cs typeface="Urbanist"/>
                <a:sym typeface="Urbanist"/>
              </a:rPr>
              <a:t>.</a:t>
            </a:r>
            <a:endParaRPr sz="1200">
              <a:solidFill>
                <a:schemeClr val="lt1"/>
              </a:solidFill>
              <a:latin typeface="Urbanist"/>
              <a:ea typeface="Urbanist"/>
              <a:cs typeface="Urbanist"/>
              <a:sym typeface="Urbanist"/>
            </a:endParaRPr>
          </a:p>
          <a:p>
            <a:pPr indent="0" lvl="0" marL="0" rtl="0" algn="l">
              <a:spcBef>
                <a:spcPts val="0"/>
              </a:spcBef>
              <a:spcAft>
                <a:spcPts val="0"/>
              </a:spcAft>
              <a:buNone/>
            </a:pPr>
            <a:r>
              <a:t/>
            </a:r>
            <a:endParaRPr sz="1200">
              <a:solidFill>
                <a:schemeClr val="lt1"/>
              </a:solidFill>
              <a:latin typeface="Urbanist"/>
              <a:ea typeface="Urbanist"/>
              <a:cs typeface="Urbanist"/>
              <a:sym typeface="Urbanist"/>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7" name="Shape 507"/>
        <p:cNvGrpSpPr/>
        <p:nvPr/>
      </p:nvGrpSpPr>
      <p:grpSpPr>
        <a:xfrm>
          <a:off x="0" y="0"/>
          <a:ext cx="0" cy="0"/>
          <a:chOff x="0" y="0"/>
          <a:chExt cx="0" cy="0"/>
        </a:xfrm>
      </p:grpSpPr>
      <p:sp>
        <p:nvSpPr>
          <p:cNvPr id="508" name="Google Shape;508;p46"/>
          <p:cNvSpPr txBox="1"/>
          <p:nvPr>
            <p:ph type="title"/>
          </p:nvPr>
        </p:nvSpPr>
        <p:spPr>
          <a:xfrm>
            <a:off x="228600" y="188550"/>
            <a:ext cx="5816400" cy="537300"/>
          </a:xfrm>
          <a:prstGeom prst="rect">
            <a:avLst/>
          </a:prstGeom>
        </p:spPr>
        <p:txBody>
          <a:bodyPr anchorCtr="0" anchor="t" bIns="91425" lIns="0" spcFirstLastPara="1" rIns="91425" wrap="square" tIns="0">
            <a:spAutoFit/>
          </a:bodyPr>
          <a:lstStyle/>
          <a:p>
            <a:pPr indent="0" lvl="0" marL="0" rtl="0" algn="l">
              <a:spcBef>
                <a:spcPts val="0"/>
              </a:spcBef>
              <a:spcAft>
                <a:spcPts val="0"/>
              </a:spcAft>
              <a:buNone/>
            </a:pPr>
            <a:r>
              <a:rPr lang="en"/>
              <a:t>Стъпка 1: анализ на файла</a:t>
            </a:r>
            <a:endParaRPr/>
          </a:p>
        </p:txBody>
      </p:sp>
      <p:sp>
        <p:nvSpPr>
          <p:cNvPr id="509" name="Google Shape;509;p46"/>
          <p:cNvSpPr txBox="1"/>
          <p:nvPr/>
        </p:nvSpPr>
        <p:spPr>
          <a:xfrm>
            <a:off x="4939125" y="73875"/>
            <a:ext cx="4249200" cy="5094900"/>
          </a:xfrm>
          <a:prstGeom prst="rect">
            <a:avLst/>
          </a:prstGeom>
          <a:solidFill>
            <a:schemeClr val="dk1"/>
          </a:solidFill>
          <a:ln cap="flat" cmpd="sng" w="9525">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sz="1100">
                <a:solidFill>
                  <a:schemeClr val="lt1"/>
                </a:solidFill>
              </a:rPr>
              <a:t>RELRO (Relocation Read-Only) - в програмата има таблици наречени GOT (Global Offset Table), те са нужни (като връзка/pointer)за да може програмата да намери реалния адрес на функции като puts, printf, system.</a:t>
            </a:r>
            <a:endParaRPr sz="1100">
              <a:solidFill>
                <a:schemeClr val="lt1"/>
              </a:solidFill>
            </a:endParaRPr>
          </a:p>
          <a:p>
            <a:pPr indent="0" lvl="0" marL="0" rtl="0" algn="l">
              <a:spcBef>
                <a:spcPts val="0"/>
              </a:spcBef>
              <a:spcAft>
                <a:spcPts val="0"/>
              </a:spcAft>
              <a:buNone/>
            </a:pPr>
            <a:r>
              <a:rPr lang="en" sz="1100">
                <a:solidFill>
                  <a:schemeClr val="lt1"/>
                </a:solidFill>
              </a:rPr>
              <a:t>Идеята на RELRO е: </a:t>
            </a:r>
            <a:endParaRPr sz="1100">
              <a:solidFill>
                <a:schemeClr val="lt1"/>
              </a:solidFill>
            </a:endParaRPr>
          </a:p>
          <a:p>
            <a:pPr indent="0" lvl="0" marL="0" rtl="0" algn="l">
              <a:spcBef>
                <a:spcPts val="0"/>
              </a:spcBef>
              <a:spcAft>
                <a:spcPts val="0"/>
              </a:spcAft>
              <a:buClr>
                <a:schemeClr val="dk1"/>
              </a:buClr>
              <a:buSzPts val="1100"/>
              <a:buFont typeface="Arial"/>
              <a:buNone/>
            </a:pPr>
            <a:r>
              <a:rPr lang="en" sz="1100">
                <a:solidFill>
                  <a:schemeClr val="lt1"/>
                </a:solidFill>
              </a:rPr>
              <a:t>Да направи част от тези таблици read-only,</a:t>
            </a:r>
            <a:endParaRPr sz="1100">
              <a:solidFill>
                <a:schemeClr val="lt1"/>
              </a:solidFill>
            </a:endParaRPr>
          </a:p>
          <a:p>
            <a:pPr indent="0" lvl="0" marL="0" rtl="0" algn="l">
              <a:spcBef>
                <a:spcPts val="0"/>
              </a:spcBef>
              <a:spcAft>
                <a:spcPts val="0"/>
              </a:spcAft>
              <a:buNone/>
            </a:pPr>
            <a:r>
              <a:rPr lang="en" sz="1100">
                <a:solidFill>
                  <a:schemeClr val="lt1"/>
                </a:solidFill>
              </a:rPr>
              <a:t>за да не може атакуващият лесно да ги презапише.</a:t>
            </a:r>
            <a:br>
              <a:rPr lang="en" sz="1100">
                <a:solidFill>
                  <a:schemeClr val="lt1"/>
                </a:solidFill>
              </a:rPr>
            </a:br>
            <a:r>
              <a:rPr lang="en" sz="1100">
                <a:solidFill>
                  <a:schemeClr val="lt1"/>
                </a:solidFill>
              </a:rPr>
              <a:t>При нас е само частично, само някои са read-only </a:t>
            </a:r>
            <a:endParaRPr sz="1100">
              <a:solidFill>
                <a:schemeClr val="lt1"/>
              </a:solidFill>
            </a:endParaRPr>
          </a:p>
          <a:p>
            <a:pPr indent="0" lvl="0" marL="0" rtl="0" algn="l">
              <a:spcBef>
                <a:spcPts val="0"/>
              </a:spcBef>
              <a:spcAft>
                <a:spcPts val="0"/>
              </a:spcAft>
              <a:buNone/>
            </a:pPr>
            <a:r>
              <a:t/>
            </a:r>
            <a:endParaRPr sz="1100">
              <a:solidFill>
                <a:schemeClr val="lt1"/>
              </a:solidFill>
            </a:endParaRPr>
          </a:p>
          <a:p>
            <a:pPr indent="0" lvl="0" marL="0" rtl="0" algn="l">
              <a:spcBef>
                <a:spcPts val="0"/>
              </a:spcBef>
              <a:spcAft>
                <a:spcPts val="0"/>
              </a:spcAft>
              <a:buNone/>
            </a:pPr>
            <a:r>
              <a:rPr lang="en" sz="1100">
                <a:solidFill>
                  <a:schemeClr val="lt1"/>
                </a:solidFill>
              </a:rPr>
              <a:t>Stack canary е защита срещу buffer overflow. Той засича дали stack-ът е бил презаписан преди програмата да използва return address-а (това казва къде да продължи изпълнението на програмата след края на фунцкия). При нас няма canary, което означава, че е по-лесно да достигнем и презапишем return address-а чрез buffer overflow. </a:t>
            </a:r>
            <a:endParaRPr sz="1100">
              <a:solidFill>
                <a:schemeClr val="lt1"/>
              </a:solidFill>
            </a:endParaRPr>
          </a:p>
          <a:p>
            <a:pPr indent="0" lvl="0" marL="0" rtl="0" algn="l">
              <a:spcBef>
                <a:spcPts val="0"/>
              </a:spcBef>
              <a:spcAft>
                <a:spcPts val="0"/>
              </a:spcAft>
              <a:buNone/>
            </a:pPr>
            <a:r>
              <a:t/>
            </a:r>
            <a:endParaRPr sz="1100">
              <a:solidFill>
                <a:schemeClr val="lt1"/>
              </a:solidFill>
            </a:endParaRPr>
          </a:p>
          <a:p>
            <a:pPr indent="0" lvl="0" marL="0" rtl="0" algn="l">
              <a:spcBef>
                <a:spcPts val="0"/>
              </a:spcBef>
              <a:spcAft>
                <a:spcPts val="0"/>
              </a:spcAft>
              <a:buNone/>
            </a:pPr>
            <a:r>
              <a:rPr lang="en" sz="1100">
                <a:solidFill>
                  <a:schemeClr val="lt1"/>
                </a:solidFill>
              </a:rPr>
              <a:t>NX е защита, която казва, че определени части от паметта не могат да изпълняват код. </a:t>
            </a:r>
            <a:endParaRPr sz="1100">
              <a:solidFill>
                <a:schemeClr val="lt1"/>
              </a:solidFill>
            </a:endParaRPr>
          </a:p>
          <a:p>
            <a:pPr indent="0" lvl="0" marL="0" rtl="0" algn="l">
              <a:spcBef>
                <a:spcPts val="0"/>
              </a:spcBef>
              <a:spcAft>
                <a:spcPts val="0"/>
              </a:spcAft>
              <a:buNone/>
            </a:pPr>
            <a:r>
              <a:t/>
            </a:r>
            <a:endParaRPr sz="1100">
              <a:solidFill>
                <a:schemeClr val="lt1"/>
              </a:solidFill>
            </a:endParaRPr>
          </a:p>
          <a:p>
            <a:pPr indent="0" lvl="0" marL="0" rtl="0" algn="l">
              <a:spcBef>
                <a:spcPts val="0"/>
              </a:spcBef>
              <a:spcAft>
                <a:spcPts val="0"/>
              </a:spcAft>
              <a:buNone/>
            </a:pPr>
            <a:r>
              <a:rPr lang="en" sz="1100">
                <a:solidFill>
                  <a:schemeClr val="lt1"/>
                </a:solidFill>
              </a:rPr>
              <a:t>PIE е защита, която позволява адресите на самата програма да се променят при всяко стартиране. </a:t>
            </a:r>
            <a:endParaRPr sz="1100">
              <a:solidFill>
                <a:schemeClr val="lt1"/>
              </a:solidFill>
            </a:endParaRPr>
          </a:p>
          <a:p>
            <a:pPr indent="0" lvl="0" marL="0" rtl="0" algn="l">
              <a:spcBef>
                <a:spcPts val="0"/>
              </a:spcBef>
              <a:spcAft>
                <a:spcPts val="0"/>
              </a:spcAft>
              <a:buNone/>
            </a:pPr>
            <a:r>
              <a:t/>
            </a:r>
            <a:endParaRPr sz="1100">
              <a:solidFill>
                <a:schemeClr val="lt1"/>
              </a:solidFill>
            </a:endParaRPr>
          </a:p>
          <a:p>
            <a:pPr indent="0" lvl="0" marL="0" rtl="0" algn="l">
              <a:spcBef>
                <a:spcPts val="0"/>
              </a:spcBef>
              <a:spcAft>
                <a:spcPts val="0"/>
              </a:spcAft>
              <a:buNone/>
            </a:pPr>
            <a:r>
              <a:rPr lang="en" sz="1100">
                <a:solidFill>
                  <a:schemeClr val="lt1"/>
                </a:solidFill>
              </a:rPr>
              <a:t>Stripped означава дали binary файлът има запазени symbol names — имена на функции, променливи и debug информация. </a:t>
            </a:r>
            <a:endParaRPr sz="1100">
              <a:solidFill>
                <a:schemeClr val="lt1"/>
              </a:solidFill>
            </a:endParaRPr>
          </a:p>
          <a:p>
            <a:pPr indent="0" lvl="0" marL="0" rtl="0" algn="l">
              <a:spcBef>
                <a:spcPts val="0"/>
              </a:spcBef>
              <a:spcAft>
                <a:spcPts val="0"/>
              </a:spcAft>
              <a:buNone/>
            </a:pPr>
            <a:r>
              <a:t/>
            </a:r>
            <a:endParaRPr sz="1100">
              <a:solidFill>
                <a:schemeClr val="lt1"/>
              </a:solidFill>
            </a:endParaRPr>
          </a:p>
          <a:p>
            <a:pPr indent="0" lvl="0" marL="0" rtl="0" algn="l">
              <a:spcBef>
                <a:spcPts val="0"/>
              </a:spcBef>
              <a:spcAft>
                <a:spcPts val="0"/>
              </a:spcAft>
              <a:buNone/>
            </a:pPr>
            <a:r>
              <a:t/>
            </a:r>
            <a:endParaRPr sz="1100">
              <a:solidFill>
                <a:schemeClr val="lt1"/>
              </a:solidFill>
            </a:endParaRPr>
          </a:p>
          <a:p>
            <a:pPr indent="0" lvl="0" marL="0" rtl="0" algn="l">
              <a:spcBef>
                <a:spcPts val="0"/>
              </a:spcBef>
              <a:spcAft>
                <a:spcPts val="0"/>
              </a:spcAft>
              <a:buNone/>
            </a:pPr>
            <a:r>
              <a:t/>
            </a:r>
            <a:endParaRPr sz="1100">
              <a:solidFill>
                <a:schemeClr val="lt1"/>
              </a:solidFill>
            </a:endParaRPr>
          </a:p>
          <a:p>
            <a:pPr indent="0" lvl="0" marL="0" rtl="0" algn="l">
              <a:spcBef>
                <a:spcPts val="0"/>
              </a:spcBef>
              <a:spcAft>
                <a:spcPts val="0"/>
              </a:spcAft>
              <a:buNone/>
            </a:pPr>
            <a:r>
              <a:t/>
            </a:r>
            <a:endParaRPr sz="1100">
              <a:solidFill>
                <a:schemeClr val="lt1"/>
              </a:solidFill>
            </a:endParaRPr>
          </a:p>
        </p:txBody>
      </p:sp>
      <p:sp>
        <p:nvSpPr>
          <p:cNvPr id="510" name="Google Shape;510;p46"/>
          <p:cNvSpPr txBox="1"/>
          <p:nvPr/>
        </p:nvSpPr>
        <p:spPr>
          <a:xfrm>
            <a:off x="295600" y="725850"/>
            <a:ext cx="4441500" cy="3111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lt1"/>
                </a:solidFill>
                <a:latin typeface="Urbanist"/>
                <a:ea typeface="Urbanist"/>
                <a:cs typeface="Urbanist"/>
                <a:sym typeface="Urbanist"/>
              </a:rPr>
              <a:t>Преди да започнем експлоатация, трябва да </a:t>
            </a:r>
            <a:r>
              <a:rPr lang="en" sz="1200">
                <a:solidFill>
                  <a:schemeClr val="lt1"/>
                </a:solidFill>
                <a:latin typeface="Urbanist"/>
                <a:ea typeface="Urbanist"/>
                <a:cs typeface="Urbanist"/>
                <a:sym typeface="Urbanist"/>
              </a:rPr>
              <a:t>анализираме</a:t>
            </a:r>
            <a:r>
              <a:rPr lang="en" sz="1200">
                <a:solidFill>
                  <a:schemeClr val="lt1"/>
                </a:solidFill>
                <a:latin typeface="Urbanist"/>
                <a:ea typeface="Urbanist"/>
                <a:cs typeface="Urbanist"/>
                <a:sym typeface="Urbanist"/>
              </a:rPr>
              <a:t> файла</a:t>
            </a:r>
            <a:br>
              <a:rPr lang="en" sz="1200">
                <a:solidFill>
                  <a:schemeClr val="lt1"/>
                </a:solidFill>
                <a:latin typeface="Urbanist"/>
                <a:ea typeface="Urbanist"/>
                <a:cs typeface="Urbanist"/>
                <a:sym typeface="Urbanist"/>
              </a:rPr>
            </a:br>
            <a:r>
              <a:rPr lang="en" sz="1200">
                <a:solidFill>
                  <a:schemeClr val="lt1"/>
                </a:solidFill>
                <a:latin typeface="Urbanist"/>
                <a:ea typeface="Urbanist"/>
                <a:cs typeface="Urbanist"/>
                <a:sym typeface="Urbanist"/>
              </a:rPr>
              <a:t>Две команди които помагат с това:</a:t>
            </a:r>
            <a:br>
              <a:rPr lang="en" sz="1200">
                <a:solidFill>
                  <a:schemeClr val="lt1"/>
                </a:solidFill>
                <a:latin typeface="Urbanist"/>
                <a:ea typeface="Urbanist"/>
                <a:cs typeface="Urbanist"/>
                <a:sym typeface="Urbanist"/>
              </a:rPr>
            </a:br>
            <a:r>
              <a:rPr lang="en" sz="1200">
                <a:solidFill>
                  <a:schemeClr val="lt1"/>
                </a:solidFill>
                <a:latin typeface="Urbanist"/>
                <a:ea typeface="Urbanist"/>
                <a:cs typeface="Urbanist"/>
                <a:sym typeface="Urbanist"/>
              </a:rPr>
              <a:t>Checksec - провекрва на вградени защити на файла</a:t>
            </a:r>
            <a:endParaRPr sz="1200">
              <a:solidFill>
                <a:schemeClr val="lt1"/>
              </a:solidFill>
              <a:latin typeface="Urbanist"/>
              <a:ea typeface="Urbanist"/>
              <a:cs typeface="Urbanist"/>
              <a:sym typeface="Urbanist"/>
            </a:endParaRPr>
          </a:p>
          <a:p>
            <a:pPr indent="0" lvl="0" marL="0" rtl="0" algn="l">
              <a:spcBef>
                <a:spcPts val="0"/>
              </a:spcBef>
              <a:spcAft>
                <a:spcPts val="0"/>
              </a:spcAft>
              <a:buNone/>
            </a:pPr>
            <a:r>
              <a:rPr lang="en" sz="1200">
                <a:solidFill>
                  <a:schemeClr val="lt1"/>
                </a:solidFill>
                <a:latin typeface="Urbanist"/>
                <a:ea typeface="Urbanist"/>
                <a:cs typeface="Urbanist"/>
                <a:sym typeface="Urbanist"/>
              </a:rPr>
              <a:t>Ghidra -&gt; показва структурата и функциите в програмата</a:t>
            </a:r>
            <a:endParaRPr sz="1200">
              <a:solidFill>
                <a:schemeClr val="lt1"/>
              </a:solidFill>
              <a:latin typeface="Urbanist"/>
              <a:ea typeface="Urbanist"/>
              <a:cs typeface="Urbanist"/>
              <a:sym typeface="Urbanist"/>
            </a:endParaRPr>
          </a:p>
          <a:p>
            <a:pPr indent="0" lvl="0" marL="0" rtl="0" algn="l">
              <a:spcBef>
                <a:spcPts val="0"/>
              </a:spcBef>
              <a:spcAft>
                <a:spcPts val="0"/>
              </a:spcAft>
              <a:buNone/>
            </a:pPr>
            <a:r>
              <a:t/>
            </a:r>
            <a:endParaRPr sz="1200">
              <a:solidFill>
                <a:schemeClr val="lt1"/>
              </a:solidFill>
              <a:latin typeface="Urbanist"/>
              <a:ea typeface="Urbanist"/>
              <a:cs typeface="Urbanist"/>
              <a:sym typeface="Urbanist"/>
            </a:endParaRPr>
          </a:p>
        </p:txBody>
      </p:sp>
      <p:pic>
        <p:nvPicPr>
          <p:cNvPr id="511" name="Google Shape;511;p46"/>
          <p:cNvPicPr preferRelativeResize="0"/>
          <p:nvPr/>
        </p:nvPicPr>
        <p:blipFill>
          <a:blip r:embed="rId3">
            <a:alphaModFix/>
          </a:blip>
          <a:stretch>
            <a:fillRect/>
          </a:stretch>
        </p:blipFill>
        <p:spPr>
          <a:xfrm>
            <a:off x="329613" y="1716225"/>
            <a:ext cx="2733675" cy="1590675"/>
          </a:xfrm>
          <a:prstGeom prst="rect">
            <a:avLst/>
          </a:prstGeom>
          <a:noFill/>
          <a:ln>
            <a:noFill/>
          </a:ln>
        </p:spPr>
      </p:pic>
      <p:sp>
        <p:nvSpPr>
          <p:cNvPr id="512" name="Google Shape;512;p46"/>
          <p:cNvSpPr txBox="1"/>
          <p:nvPr/>
        </p:nvSpPr>
        <p:spPr>
          <a:xfrm>
            <a:off x="64075" y="3243900"/>
            <a:ext cx="5057400" cy="2256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lt1"/>
                </a:solidFill>
                <a:latin typeface="Urbanist"/>
                <a:ea typeface="Urbanist"/>
                <a:cs typeface="Urbanist"/>
                <a:sym typeface="Urbanist"/>
              </a:rPr>
              <a:t>Arch: amd64-64-little - програмата е 64-bit</a:t>
            </a:r>
            <a:endParaRPr sz="1200">
              <a:solidFill>
                <a:schemeClr val="lt1"/>
              </a:solidFill>
              <a:latin typeface="Urbanist"/>
              <a:ea typeface="Urbanist"/>
              <a:cs typeface="Urbanist"/>
              <a:sym typeface="Urbanist"/>
            </a:endParaRPr>
          </a:p>
          <a:p>
            <a:pPr indent="0" lvl="0" marL="0" rtl="0" algn="l">
              <a:spcBef>
                <a:spcPts val="0"/>
              </a:spcBef>
              <a:spcAft>
                <a:spcPts val="0"/>
              </a:spcAft>
              <a:buNone/>
            </a:pPr>
            <a:r>
              <a:rPr lang="en" sz="1200">
                <a:solidFill>
                  <a:schemeClr val="lt1"/>
                </a:solidFill>
                <a:latin typeface="Urbanist"/>
                <a:ea typeface="Urbanist"/>
                <a:cs typeface="Urbanist"/>
                <a:sym typeface="Urbanist"/>
              </a:rPr>
              <a:t>Означава че адресите са с размер 8 байта</a:t>
            </a:r>
            <a:endParaRPr sz="1200">
              <a:solidFill>
                <a:schemeClr val="lt1"/>
              </a:solidFill>
              <a:latin typeface="Urbanist"/>
              <a:ea typeface="Urbanist"/>
              <a:cs typeface="Urbanist"/>
              <a:sym typeface="Urbanist"/>
            </a:endParaRPr>
          </a:p>
          <a:p>
            <a:pPr indent="0" lvl="0" marL="0" rtl="0" algn="l">
              <a:spcBef>
                <a:spcPts val="0"/>
              </a:spcBef>
              <a:spcAft>
                <a:spcPts val="0"/>
              </a:spcAft>
              <a:buNone/>
            </a:pPr>
            <a:r>
              <a:rPr lang="en" sz="1200">
                <a:solidFill>
                  <a:schemeClr val="lt1"/>
                </a:solidFill>
                <a:latin typeface="Urbanist"/>
                <a:ea typeface="Urbanist"/>
                <a:cs typeface="Urbanist"/>
                <a:sym typeface="Urbanist"/>
              </a:rPr>
              <a:t>Примерно 0x0000000000400756 съдържа 8 байта</a:t>
            </a:r>
            <a:endParaRPr sz="1200">
              <a:solidFill>
                <a:schemeClr val="lt1"/>
              </a:solidFill>
              <a:latin typeface="Urbanist"/>
              <a:ea typeface="Urbanist"/>
              <a:cs typeface="Urbanist"/>
              <a:sym typeface="Urbanist"/>
            </a:endParaRPr>
          </a:p>
          <a:p>
            <a:pPr indent="0" lvl="0" marL="0" rtl="0" algn="l">
              <a:spcBef>
                <a:spcPts val="0"/>
              </a:spcBef>
              <a:spcAft>
                <a:spcPts val="0"/>
              </a:spcAft>
              <a:buNone/>
            </a:pPr>
            <a:r>
              <a:rPr lang="en" sz="1200">
                <a:solidFill>
                  <a:schemeClr val="lt1"/>
                </a:solidFill>
                <a:latin typeface="Urbanist"/>
                <a:ea typeface="Urbanist"/>
                <a:cs typeface="Urbanist"/>
                <a:sym typeface="Urbanist"/>
              </a:rPr>
              <a:t>00 00 00 00 00 40 07 56  (за разлика от 32 бита познайте колко байта на адрес е там :) )</a:t>
            </a:r>
            <a:endParaRPr sz="1200">
              <a:solidFill>
                <a:schemeClr val="lt1"/>
              </a:solidFill>
              <a:latin typeface="Urbanist"/>
              <a:ea typeface="Urbanist"/>
              <a:cs typeface="Urbanist"/>
              <a:sym typeface="Urbanist"/>
            </a:endParaRPr>
          </a:p>
          <a:p>
            <a:pPr indent="0" lvl="0" marL="0" rtl="0" algn="l">
              <a:spcBef>
                <a:spcPts val="0"/>
              </a:spcBef>
              <a:spcAft>
                <a:spcPts val="0"/>
              </a:spcAft>
              <a:buNone/>
            </a:pPr>
            <a:r>
              <a:rPr lang="en" sz="1200">
                <a:solidFill>
                  <a:schemeClr val="lt1"/>
                </a:solidFill>
                <a:latin typeface="Urbanist"/>
                <a:ea typeface="Urbanist"/>
                <a:cs typeface="Urbanist"/>
                <a:sym typeface="Urbanist"/>
              </a:rPr>
              <a:t>Little - (little-endian ) означава ве в паметта аддреса се записва наобратно</a:t>
            </a:r>
            <a:endParaRPr sz="1200">
              <a:solidFill>
                <a:schemeClr val="lt1"/>
              </a:solidFill>
              <a:latin typeface="Urbanist"/>
              <a:ea typeface="Urbanist"/>
              <a:cs typeface="Urbanist"/>
              <a:sym typeface="Urbanist"/>
            </a:endParaRPr>
          </a:p>
          <a:p>
            <a:pPr indent="0" lvl="0" marL="0" rtl="0" algn="l">
              <a:spcBef>
                <a:spcPts val="0"/>
              </a:spcBef>
              <a:spcAft>
                <a:spcPts val="0"/>
              </a:spcAft>
              <a:buNone/>
            </a:pPr>
            <a:r>
              <a:rPr lang="en" sz="1200">
                <a:solidFill>
                  <a:schemeClr val="lt1"/>
                </a:solidFill>
                <a:latin typeface="Urbanist"/>
                <a:ea typeface="Urbanist"/>
                <a:cs typeface="Urbanist"/>
                <a:sym typeface="Urbanist"/>
              </a:rPr>
              <a:t>56 07 40 00 00 00 00 00 </a:t>
            </a:r>
            <a:endParaRPr sz="1200">
              <a:solidFill>
                <a:schemeClr val="lt1"/>
              </a:solidFill>
              <a:latin typeface="Urbanist"/>
              <a:ea typeface="Urbanist"/>
              <a:cs typeface="Urbanist"/>
              <a:sym typeface="Urbanist"/>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6" name="Shape 516"/>
        <p:cNvGrpSpPr/>
        <p:nvPr/>
      </p:nvGrpSpPr>
      <p:grpSpPr>
        <a:xfrm>
          <a:off x="0" y="0"/>
          <a:ext cx="0" cy="0"/>
          <a:chOff x="0" y="0"/>
          <a:chExt cx="0" cy="0"/>
        </a:xfrm>
      </p:grpSpPr>
      <p:sp>
        <p:nvSpPr>
          <p:cNvPr id="517" name="Google Shape;517;p47"/>
          <p:cNvSpPr txBox="1"/>
          <p:nvPr/>
        </p:nvSpPr>
        <p:spPr>
          <a:xfrm>
            <a:off x="4907025" y="968100"/>
            <a:ext cx="4249200" cy="369300"/>
          </a:xfrm>
          <a:prstGeom prst="rect">
            <a:avLst/>
          </a:prstGeom>
          <a:solidFill>
            <a:schemeClr val="dk1"/>
          </a:solidFill>
          <a:ln cap="flat" cmpd="sng" w="9525">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t/>
            </a:r>
            <a:endParaRPr sz="1200">
              <a:solidFill>
                <a:schemeClr val="lt1"/>
              </a:solidFill>
              <a:latin typeface="Urbanist"/>
              <a:ea typeface="Urbanist"/>
              <a:cs typeface="Urbanist"/>
              <a:sym typeface="Urbanist"/>
            </a:endParaRPr>
          </a:p>
        </p:txBody>
      </p:sp>
      <p:sp>
        <p:nvSpPr>
          <p:cNvPr id="518" name="Google Shape;518;p47"/>
          <p:cNvSpPr txBox="1"/>
          <p:nvPr/>
        </p:nvSpPr>
        <p:spPr>
          <a:xfrm>
            <a:off x="177450" y="2032200"/>
            <a:ext cx="4441500" cy="3111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lt1"/>
                </a:solidFill>
                <a:latin typeface="Urbanist"/>
                <a:ea typeface="Urbanist"/>
                <a:cs typeface="Urbanist"/>
                <a:sym typeface="Urbanist"/>
              </a:rPr>
              <a:t>Понеже файлът е компилиран, за да може да разберем как работи може да ползваме ghidra. Тази програма анализира файла декомпилира го в assembly и после прави близко предположение за това как би изглеждала програмата в C</a:t>
            </a:r>
            <a:endParaRPr sz="1200">
              <a:solidFill>
                <a:schemeClr val="lt1"/>
              </a:solidFill>
              <a:latin typeface="Urbanist"/>
              <a:ea typeface="Urbanist"/>
              <a:cs typeface="Urbanist"/>
              <a:sym typeface="Urbanist"/>
            </a:endParaRPr>
          </a:p>
          <a:p>
            <a:pPr indent="0" lvl="0" marL="0" rtl="0" algn="l">
              <a:spcBef>
                <a:spcPts val="0"/>
              </a:spcBef>
              <a:spcAft>
                <a:spcPts val="0"/>
              </a:spcAft>
              <a:buNone/>
            </a:pPr>
            <a:r>
              <a:t/>
            </a:r>
            <a:endParaRPr sz="1200">
              <a:solidFill>
                <a:schemeClr val="lt1"/>
              </a:solidFill>
              <a:latin typeface="Urbanist"/>
              <a:ea typeface="Urbanist"/>
              <a:cs typeface="Urbanist"/>
              <a:sym typeface="Urbanist"/>
            </a:endParaRPr>
          </a:p>
          <a:p>
            <a:pPr indent="0" lvl="0" marL="0" rtl="0" algn="l">
              <a:spcBef>
                <a:spcPts val="0"/>
              </a:spcBef>
              <a:spcAft>
                <a:spcPts val="0"/>
              </a:spcAft>
              <a:buNone/>
            </a:pPr>
            <a:r>
              <a:rPr lang="en" sz="1200">
                <a:solidFill>
                  <a:schemeClr val="lt1"/>
                </a:solidFill>
                <a:latin typeface="Urbanist"/>
                <a:ea typeface="Urbanist"/>
                <a:cs typeface="Urbanist"/>
                <a:sym typeface="Urbanist"/>
              </a:rPr>
              <a:t>Виждаме че има 3 фунцкии </a:t>
            </a:r>
            <a:br>
              <a:rPr lang="en" sz="1200">
                <a:solidFill>
                  <a:schemeClr val="lt1"/>
                </a:solidFill>
                <a:latin typeface="Urbanist"/>
                <a:ea typeface="Urbanist"/>
                <a:cs typeface="Urbanist"/>
                <a:sym typeface="Urbanist"/>
              </a:rPr>
            </a:br>
            <a:r>
              <a:rPr lang="en" sz="1200">
                <a:solidFill>
                  <a:schemeClr val="lt1"/>
                </a:solidFill>
                <a:latin typeface="Urbanist"/>
                <a:ea typeface="Urbanist"/>
                <a:cs typeface="Urbanist"/>
                <a:sym typeface="Urbanist"/>
              </a:rPr>
              <a:t>Main - от там почва изпълението</a:t>
            </a:r>
            <a:endParaRPr sz="1200">
              <a:solidFill>
                <a:schemeClr val="lt1"/>
              </a:solidFill>
              <a:latin typeface="Urbanist"/>
              <a:ea typeface="Urbanist"/>
              <a:cs typeface="Urbanist"/>
              <a:sym typeface="Urbanist"/>
            </a:endParaRPr>
          </a:p>
          <a:p>
            <a:pPr indent="0" lvl="0" marL="0" rtl="0" algn="l">
              <a:spcBef>
                <a:spcPts val="0"/>
              </a:spcBef>
              <a:spcAft>
                <a:spcPts val="0"/>
              </a:spcAft>
              <a:buNone/>
            </a:pPr>
            <a:r>
              <a:rPr lang="en" sz="1200">
                <a:solidFill>
                  <a:schemeClr val="lt1"/>
                </a:solidFill>
                <a:latin typeface="Urbanist"/>
                <a:ea typeface="Urbanist"/>
                <a:cs typeface="Urbanist"/>
                <a:sym typeface="Urbanist"/>
              </a:rPr>
              <a:t>p</a:t>
            </a:r>
            <a:r>
              <a:rPr lang="en" sz="1200">
                <a:solidFill>
                  <a:schemeClr val="lt1"/>
                </a:solidFill>
                <a:latin typeface="Urbanist"/>
                <a:ea typeface="Urbanist"/>
                <a:cs typeface="Urbanist"/>
                <a:sym typeface="Urbanist"/>
              </a:rPr>
              <a:t>wnme - която бива извиквана в main</a:t>
            </a:r>
            <a:endParaRPr sz="1200">
              <a:solidFill>
                <a:schemeClr val="lt1"/>
              </a:solidFill>
              <a:latin typeface="Urbanist"/>
              <a:ea typeface="Urbanist"/>
              <a:cs typeface="Urbanist"/>
              <a:sym typeface="Urbanist"/>
            </a:endParaRPr>
          </a:p>
          <a:p>
            <a:pPr indent="0" lvl="0" marL="0" rtl="0" algn="l">
              <a:spcBef>
                <a:spcPts val="0"/>
              </a:spcBef>
              <a:spcAft>
                <a:spcPts val="0"/>
              </a:spcAft>
              <a:buNone/>
            </a:pPr>
            <a:r>
              <a:rPr lang="en" sz="1200">
                <a:solidFill>
                  <a:schemeClr val="lt1"/>
                </a:solidFill>
                <a:latin typeface="Urbanist"/>
                <a:ea typeface="Urbanist"/>
                <a:cs typeface="Urbanist"/>
                <a:sym typeface="Urbanist"/>
              </a:rPr>
              <a:t>ret2win - Функция която бива извиквана никдъе но същесвъва и ако намерим начин да я изпълним ще прочетем flag.txt, но как?!?</a:t>
            </a:r>
            <a:endParaRPr sz="1200">
              <a:solidFill>
                <a:schemeClr val="lt1"/>
              </a:solidFill>
              <a:latin typeface="Urbanist"/>
              <a:ea typeface="Urbanist"/>
              <a:cs typeface="Urbanist"/>
              <a:sym typeface="Urbanist"/>
            </a:endParaRPr>
          </a:p>
        </p:txBody>
      </p:sp>
      <p:pic>
        <p:nvPicPr>
          <p:cNvPr id="519" name="Google Shape;519;p47"/>
          <p:cNvPicPr preferRelativeResize="0"/>
          <p:nvPr/>
        </p:nvPicPr>
        <p:blipFill>
          <a:blip r:embed="rId3">
            <a:alphaModFix/>
          </a:blip>
          <a:stretch>
            <a:fillRect/>
          </a:stretch>
        </p:blipFill>
        <p:spPr>
          <a:xfrm>
            <a:off x="6698950" y="0"/>
            <a:ext cx="2445053" cy="1848000"/>
          </a:xfrm>
          <a:prstGeom prst="rect">
            <a:avLst/>
          </a:prstGeom>
          <a:noFill/>
          <a:ln>
            <a:noFill/>
          </a:ln>
        </p:spPr>
      </p:pic>
      <p:pic>
        <p:nvPicPr>
          <p:cNvPr id="520" name="Google Shape;520;p47"/>
          <p:cNvPicPr preferRelativeResize="0"/>
          <p:nvPr/>
        </p:nvPicPr>
        <p:blipFill>
          <a:blip r:embed="rId4">
            <a:alphaModFix/>
          </a:blip>
          <a:stretch>
            <a:fillRect/>
          </a:stretch>
        </p:blipFill>
        <p:spPr>
          <a:xfrm>
            <a:off x="196725" y="159800"/>
            <a:ext cx="2352675" cy="1790700"/>
          </a:xfrm>
          <a:prstGeom prst="rect">
            <a:avLst/>
          </a:prstGeom>
          <a:noFill/>
          <a:ln>
            <a:noFill/>
          </a:ln>
        </p:spPr>
      </p:pic>
      <p:pic>
        <p:nvPicPr>
          <p:cNvPr id="521" name="Google Shape;521;p47"/>
          <p:cNvPicPr preferRelativeResize="0"/>
          <p:nvPr/>
        </p:nvPicPr>
        <p:blipFill>
          <a:blip r:embed="rId5">
            <a:alphaModFix/>
          </a:blip>
          <a:stretch>
            <a:fillRect/>
          </a:stretch>
        </p:blipFill>
        <p:spPr>
          <a:xfrm>
            <a:off x="6698950" y="1848000"/>
            <a:ext cx="2186850" cy="2636500"/>
          </a:xfrm>
          <a:prstGeom prst="rect">
            <a:avLst/>
          </a:prstGeom>
          <a:noFill/>
          <a:ln>
            <a:noFill/>
          </a:ln>
        </p:spPr>
      </p:pic>
      <p:pic>
        <p:nvPicPr>
          <p:cNvPr id="522" name="Google Shape;522;p47"/>
          <p:cNvPicPr preferRelativeResize="0"/>
          <p:nvPr/>
        </p:nvPicPr>
        <p:blipFill>
          <a:blip r:embed="rId6">
            <a:alphaModFix/>
          </a:blip>
          <a:stretch>
            <a:fillRect/>
          </a:stretch>
        </p:blipFill>
        <p:spPr>
          <a:xfrm>
            <a:off x="3167738" y="300113"/>
            <a:ext cx="2714625" cy="124777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6" name="Shape 526"/>
        <p:cNvGrpSpPr/>
        <p:nvPr/>
      </p:nvGrpSpPr>
      <p:grpSpPr>
        <a:xfrm>
          <a:off x="0" y="0"/>
          <a:ext cx="0" cy="0"/>
          <a:chOff x="0" y="0"/>
          <a:chExt cx="0" cy="0"/>
        </a:xfrm>
      </p:grpSpPr>
      <p:sp>
        <p:nvSpPr>
          <p:cNvPr id="527" name="Google Shape;527;p48"/>
          <p:cNvSpPr txBox="1"/>
          <p:nvPr>
            <p:ph type="title"/>
          </p:nvPr>
        </p:nvSpPr>
        <p:spPr>
          <a:xfrm>
            <a:off x="184275" y="190125"/>
            <a:ext cx="4637700" cy="981900"/>
          </a:xfrm>
          <a:prstGeom prst="rect">
            <a:avLst/>
          </a:prstGeom>
        </p:spPr>
        <p:txBody>
          <a:bodyPr anchorCtr="0" anchor="t" bIns="91425" lIns="0" spcFirstLastPara="1" rIns="91425" wrap="square" tIns="0">
            <a:spAutoFit/>
          </a:bodyPr>
          <a:lstStyle/>
          <a:p>
            <a:pPr indent="0" lvl="0" marL="0" rtl="0" algn="l">
              <a:spcBef>
                <a:spcPts val="0"/>
              </a:spcBef>
              <a:spcAft>
                <a:spcPts val="0"/>
              </a:spcAft>
              <a:buNone/>
            </a:pPr>
            <a:r>
              <a:rPr lang="en"/>
              <a:t>Стъпка 2: търсене на входна точка</a:t>
            </a:r>
            <a:endParaRPr/>
          </a:p>
        </p:txBody>
      </p:sp>
      <p:sp>
        <p:nvSpPr>
          <p:cNvPr id="528" name="Google Shape;528;p48"/>
          <p:cNvSpPr txBox="1"/>
          <p:nvPr/>
        </p:nvSpPr>
        <p:spPr>
          <a:xfrm>
            <a:off x="4907025" y="968100"/>
            <a:ext cx="4249200" cy="369300"/>
          </a:xfrm>
          <a:prstGeom prst="rect">
            <a:avLst/>
          </a:prstGeom>
          <a:solidFill>
            <a:schemeClr val="dk1"/>
          </a:solidFill>
          <a:ln cap="flat" cmpd="sng" w="9525">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t/>
            </a:r>
            <a:endParaRPr sz="1200">
              <a:solidFill>
                <a:schemeClr val="lt1"/>
              </a:solidFill>
              <a:latin typeface="Urbanist"/>
              <a:ea typeface="Urbanist"/>
              <a:cs typeface="Urbanist"/>
              <a:sym typeface="Urbanist"/>
            </a:endParaRPr>
          </a:p>
        </p:txBody>
      </p:sp>
      <p:pic>
        <p:nvPicPr>
          <p:cNvPr id="529" name="Google Shape;529;p48"/>
          <p:cNvPicPr preferRelativeResize="0"/>
          <p:nvPr/>
        </p:nvPicPr>
        <p:blipFill>
          <a:blip r:embed="rId3">
            <a:alphaModFix/>
          </a:blip>
          <a:stretch>
            <a:fillRect/>
          </a:stretch>
        </p:blipFill>
        <p:spPr>
          <a:xfrm>
            <a:off x="6308243" y="338975"/>
            <a:ext cx="2703207" cy="3935600"/>
          </a:xfrm>
          <a:prstGeom prst="rect">
            <a:avLst/>
          </a:prstGeom>
          <a:noFill/>
          <a:ln>
            <a:noFill/>
          </a:ln>
        </p:spPr>
      </p:pic>
      <p:sp>
        <p:nvSpPr>
          <p:cNvPr id="530" name="Google Shape;530;p48"/>
          <p:cNvSpPr txBox="1"/>
          <p:nvPr/>
        </p:nvSpPr>
        <p:spPr>
          <a:xfrm>
            <a:off x="162575" y="1315425"/>
            <a:ext cx="5826900" cy="3137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lt1"/>
                </a:solidFill>
                <a:latin typeface="Urbanist"/>
                <a:ea typeface="Urbanist"/>
                <a:cs typeface="Urbanist"/>
                <a:sym typeface="Urbanist"/>
              </a:rPr>
              <a:t>Мястото което може да манипулираме е входна информация, тоест от там започваме</a:t>
            </a:r>
            <a:endParaRPr sz="1200">
              <a:solidFill>
                <a:schemeClr val="lt1"/>
              </a:solidFill>
              <a:latin typeface="Urbanist"/>
              <a:ea typeface="Urbanist"/>
              <a:cs typeface="Urbanist"/>
              <a:sym typeface="Urbanist"/>
            </a:endParaRPr>
          </a:p>
          <a:p>
            <a:pPr indent="0" lvl="0" marL="0" rtl="0" algn="l">
              <a:spcBef>
                <a:spcPts val="0"/>
              </a:spcBef>
              <a:spcAft>
                <a:spcPts val="0"/>
              </a:spcAft>
              <a:buNone/>
            </a:pPr>
            <a:r>
              <a:rPr lang="en" sz="1200">
                <a:solidFill>
                  <a:schemeClr val="lt1"/>
                </a:solidFill>
                <a:latin typeface="Urbanist"/>
                <a:ea typeface="Urbanist"/>
                <a:cs typeface="Urbanist"/>
                <a:sym typeface="Urbanist"/>
              </a:rPr>
              <a:t>Накратко какво имаме:</a:t>
            </a:r>
            <a:br>
              <a:rPr lang="en" sz="1200">
                <a:solidFill>
                  <a:schemeClr val="lt1"/>
                </a:solidFill>
                <a:latin typeface="Urbanist"/>
                <a:ea typeface="Urbanist"/>
                <a:cs typeface="Urbanist"/>
                <a:sym typeface="Urbanist"/>
              </a:rPr>
            </a:br>
            <a:r>
              <a:rPr lang="en" sz="1200">
                <a:solidFill>
                  <a:schemeClr val="lt1"/>
                </a:solidFill>
                <a:latin typeface="Urbanist"/>
                <a:ea typeface="Urbanist"/>
                <a:cs typeface="Urbanist"/>
                <a:sym typeface="Urbanist"/>
              </a:rPr>
              <a:t>Undefined local_28 [32]; - променлива която приема ДО 32 байта информация</a:t>
            </a:r>
            <a:br>
              <a:rPr lang="en" sz="1200">
                <a:solidFill>
                  <a:schemeClr val="lt1"/>
                </a:solidFill>
                <a:latin typeface="Urbanist"/>
                <a:ea typeface="Urbanist"/>
                <a:cs typeface="Urbanist"/>
                <a:sym typeface="Urbanist"/>
              </a:rPr>
            </a:br>
            <a:r>
              <a:rPr lang="en" sz="1200">
                <a:solidFill>
                  <a:schemeClr val="lt1"/>
                </a:solidFill>
                <a:latin typeface="Urbanist"/>
                <a:ea typeface="Urbanist"/>
                <a:cs typeface="Urbanist"/>
                <a:sym typeface="Urbanist"/>
              </a:rPr>
              <a:t>(1 байт = на един символ)</a:t>
            </a:r>
            <a:endParaRPr sz="1200">
              <a:solidFill>
                <a:schemeClr val="lt1"/>
              </a:solidFill>
              <a:latin typeface="Urbanist"/>
              <a:ea typeface="Urbanist"/>
              <a:cs typeface="Urbanist"/>
              <a:sym typeface="Urbanist"/>
            </a:endParaRPr>
          </a:p>
          <a:p>
            <a:pPr indent="0" lvl="0" marL="0" rtl="0" algn="l">
              <a:spcBef>
                <a:spcPts val="0"/>
              </a:spcBef>
              <a:spcAft>
                <a:spcPts val="0"/>
              </a:spcAft>
              <a:buNone/>
            </a:pPr>
            <a:r>
              <a:rPr lang="en" sz="1200">
                <a:solidFill>
                  <a:schemeClr val="lt1"/>
                </a:solidFill>
                <a:latin typeface="Urbanist"/>
                <a:ea typeface="Urbanist"/>
                <a:cs typeface="Urbanist"/>
                <a:sym typeface="Urbanist"/>
              </a:rPr>
              <a:t>m</a:t>
            </a:r>
            <a:r>
              <a:rPr lang="en" sz="1200">
                <a:solidFill>
                  <a:schemeClr val="lt1"/>
                </a:solidFill>
                <a:latin typeface="Urbanist"/>
                <a:ea typeface="Urbanist"/>
                <a:cs typeface="Urbanist"/>
                <a:sym typeface="Urbanist"/>
              </a:rPr>
              <a:t>emset (local_28,0,0x20) - запълва 32 байта от променливата local_28 с “0”</a:t>
            </a:r>
            <a:br>
              <a:rPr lang="en" sz="1200">
                <a:solidFill>
                  <a:schemeClr val="lt1"/>
                </a:solidFill>
                <a:latin typeface="Urbanist"/>
                <a:ea typeface="Urbanist"/>
                <a:cs typeface="Urbanist"/>
                <a:sym typeface="Urbanist"/>
              </a:rPr>
            </a:br>
            <a:r>
              <a:rPr lang="en" sz="1200">
                <a:solidFill>
                  <a:schemeClr val="lt1"/>
                </a:solidFill>
                <a:latin typeface="Urbanist"/>
                <a:ea typeface="Urbanist"/>
                <a:cs typeface="Urbanist"/>
                <a:sym typeface="Urbanist"/>
              </a:rPr>
              <a:t>(0x20 =&gt; 16*2+0 = 32 байта, това не е от значение)</a:t>
            </a:r>
            <a:endParaRPr sz="1200">
              <a:solidFill>
                <a:schemeClr val="lt1"/>
              </a:solidFill>
              <a:latin typeface="Urbanist"/>
              <a:ea typeface="Urbanist"/>
              <a:cs typeface="Urbanist"/>
              <a:sym typeface="Urbanist"/>
            </a:endParaRPr>
          </a:p>
          <a:p>
            <a:pPr indent="0" lvl="0" marL="0" rtl="0" algn="l">
              <a:spcBef>
                <a:spcPts val="0"/>
              </a:spcBef>
              <a:spcAft>
                <a:spcPts val="0"/>
              </a:spcAft>
              <a:buNone/>
            </a:pPr>
            <a:r>
              <a:rPr lang="en" sz="1200">
                <a:solidFill>
                  <a:schemeClr val="lt1"/>
                </a:solidFill>
                <a:latin typeface="Urbanist"/>
                <a:ea typeface="Urbanist"/>
                <a:cs typeface="Urbanist"/>
                <a:sym typeface="Urbanist"/>
              </a:rPr>
              <a:t>Puts (просто принтира текст, не ни е важно)</a:t>
            </a:r>
            <a:endParaRPr sz="1200">
              <a:solidFill>
                <a:schemeClr val="lt1"/>
              </a:solidFill>
              <a:latin typeface="Urbanist"/>
              <a:ea typeface="Urbanist"/>
              <a:cs typeface="Urbanist"/>
              <a:sym typeface="Urbanist"/>
            </a:endParaRPr>
          </a:p>
          <a:p>
            <a:pPr indent="0" lvl="0" marL="0" rtl="0" algn="l">
              <a:spcBef>
                <a:spcPts val="0"/>
              </a:spcBef>
              <a:spcAft>
                <a:spcPts val="0"/>
              </a:spcAft>
              <a:buNone/>
            </a:pPr>
            <a:r>
              <a:rPr lang="en" sz="1200">
                <a:solidFill>
                  <a:schemeClr val="lt1"/>
                </a:solidFill>
                <a:latin typeface="Urbanist"/>
                <a:ea typeface="Urbanist"/>
                <a:cs typeface="Urbanist"/>
                <a:sym typeface="Urbanist"/>
              </a:rPr>
              <a:t>read(0,local_28,0x38) - взима вход от до 52 байта (16*3+8) и ги запазва в local_28</a:t>
            </a:r>
            <a:br>
              <a:rPr lang="en" sz="1200">
                <a:solidFill>
                  <a:schemeClr val="lt1"/>
                </a:solidFill>
                <a:latin typeface="Urbanist"/>
                <a:ea typeface="Urbanist"/>
                <a:cs typeface="Urbanist"/>
                <a:sym typeface="Urbanist"/>
              </a:rPr>
            </a:br>
            <a:br>
              <a:rPr lang="en" sz="1200">
                <a:solidFill>
                  <a:schemeClr val="lt1"/>
                </a:solidFill>
                <a:latin typeface="Urbanist"/>
                <a:ea typeface="Urbanist"/>
                <a:cs typeface="Urbanist"/>
                <a:sym typeface="Urbanist"/>
              </a:rPr>
            </a:br>
            <a:endParaRPr sz="1200">
              <a:solidFill>
                <a:schemeClr val="lt1"/>
              </a:solidFill>
              <a:latin typeface="Urbanist"/>
              <a:ea typeface="Urbanist"/>
              <a:cs typeface="Urbanist"/>
              <a:sym typeface="Urbanist"/>
            </a:endParaRPr>
          </a:p>
          <a:p>
            <a:pPr indent="0" lvl="0" marL="0" rtl="0" algn="l">
              <a:spcBef>
                <a:spcPts val="0"/>
              </a:spcBef>
              <a:spcAft>
                <a:spcPts val="0"/>
              </a:spcAft>
              <a:buNone/>
            </a:pPr>
            <a:r>
              <a:t/>
            </a:r>
            <a:endParaRPr sz="1200">
              <a:solidFill>
                <a:schemeClr val="lt1"/>
              </a:solidFill>
              <a:latin typeface="Urbanist"/>
              <a:ea typeface="Urbanist"/>
              <a:cs typeface="Urbanist"/>
              <a:sym typeface="Urbanist"/>
            </a:endParaRPr>
          </a:p>
        </p:txBody>
      </p:sp>
      <p:sp>
        <p:nvSpPr>
          <p:cNvPr id="531" name="Google Shape;531;p48"/>
          <p:cNvSpPr txBox="1"/>
          <p:nvPr/>
        </p:nvSpPr>
        <p:spPr>
          <a:xfrm>
            <a:off x="228600" y="2978225"/>
            <a:ext cx="5564700" cy="1344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100">
                <a:solidFill>
                  <a:schemeClr val="lt1"/>
                </a:solidFill>
              </a:rPr>
              <a:t>Понеже програмата позволява въвеждане на повече байтове, отколкото буферът може да побере, се получава buffer overflow. Ако буферът е 32 байта, първите 32 байта се записват нормално, но останалите започват да презаписват следващите стойности в stack паметта. Една от най-важните стойности там е return address-ът. Това е адресът, към който функцията се връща след края си. Ако успеем да го презапишем, можем да променим посоката на изпълнение на програмата и да я насочим към друга функция, например </a:t>
            </a:r>
            <a:r>
              <a:rPr lang="en" sz="1100">
                <a:solidFill>
                  <a:schemeClr val="lt1"/>
                </a:solidFill>
                <a:latin typeface="Roboto Mono"/>
                <a:ea typeface="Roboto Mono"/>
                <a:cs typeface="Roboto Mono"/>
                <a:sym typeface="Roboto Mono"/>
              </a:rPr>
              <a:t>ret2win()</a:t>
            </a:r>
            <a:r>
              <a:rPr lang="en" sz="1100">
                <a:solidFill>
                  <a:schemeClr val="lt1"/>
                </a:solidFill>
              </a:rPr>
              <a:t>. </a:t>
            </a:r>
            <a:endParaRPr sz="1200">
              <a:solidFill>
                <a:schemeClr val="lt1"/>
              </a:solidFill>
              <a:latin typeface="Urbanist"/>
              <a:ea typeface="Urbanist"/>
              <a:cs typeface="Urbanist"/>
              <a:sym typeface="Urbanist"/>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3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5" name="Shape 535"/>
        <p:cNvGrpSpPr/>
        <p:nvPr/>
      </p:nvGrpSpPr>
      <p:grpSpPr>
        <a:xfrm>
          <a:off x="0" y="0"/>
          <a:ext cx="0" cy="0"/>
          <a:chOff x="0" y="0"/>
          <a:chExt cx="0" cy="0"/>
        </a:xfrm>
      </p:grpSpPr>
      <p:sp>
        <p:nvSpPr>
          <p:cNvPr id="536" name="Google Shape;536;p49"/>
          <p:cNvSpPr txBox="1"/>
          <p:nvPr>
            <p:ph type="title"/>
          </p:nvPr>
        </p:nvSpPr>
        <p:spPr>
          <a:xfrm>
            <a:off x="184275" y="190125"/>
            <a:ext cx="4500900" cy="1426800"/>
          </a:xfrm>
          <a:prstGeom prst="rect">
            <a:avLst/>
          </a:prstGeom>
        </p:spPr>
        <p:txBody>
          <a:bodyPr anchorCtr="0" anchor="t" bIns="91425" lIns="0" spcFirstLastPara="1" rIns="91425" wrap="square" tIns="0">
            <a:spAutoFit/>
          </a:bodyPr>
          <a:lstStyle/>
          <a:p>
            <a:pPr indent="0" lvl="0" marL="0" rtl="0" algn="l">
              <a:spcBef>
                <a:spcPts val="0"/>
              </a:spcBef>
              <a:spcAft>
                <a:spcPts val="0"/>
              </a:spcAft>
              <a:buNone/>
            </a:pPr>
            <a:r>
              <a:rPr lang="en"/>
              <a:t>Стъпка 3: анализ на презаписването от overflow-a</a:t>
            </a:r>
            <a:endParaRPr/>
          </a:p>
        </p:txBody>
      </p:sp>
      <p:sp>
        <p:nvSpPr>
          <p:cNvPr id="537" name="Google Shape;537;p49"/>
          <p:cNvSpPr txBox="1"/>
          <p:nvPr/>
        </p:nvSpPr>
        <p:spPr>
          <a:xfrm>
            <a:off x="184275" y="1616925"/>
            <a:ext cx="8269500" cy="2778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lt1"/>
                </a:solidFill>
                <a:latin typeface="Urbanist"/>
                <a:ea typeface="Urbanist"/>
                <a:cs typeface="Urbanist"/>
                <a:sym typeface="Urbanist"/>
              </a:rPr>
              <a:t>Преди да започнем атаката, трябва първо да видим кои адреси са след буфера за да може да преценим колко символа да вкараме. От снимката се вижда следната </a:t>
            </a:r>
            <a:r>
              <a:rPr lang="en" sz="1200">
                <a:solidFill>
                  <a:schemeClr val="lt1"/>
                </a:solidFill>
                <a:latin typeface="Urbanist"/>
                <a:ea typeface="Urbanist"/>
                <a:cs typeface="Urbanist"/>
                <a:sym typeface="Urbanist"/>
              </a:rPr>
              <a:t>инструкция:</a:t>
            </a:r>
            <a:br>
              <a:rPr lang="en" sz="1200">
                <a:solidFill>
                  <a:schemeClr val="lt1"/>
                </a:solidFill>
                <a:latin typeface="Urbanist"/>
                <a:ea typeface="Urbanist"/>
                <a:cs typeface="Urbanist"/>
                <a:sym typeface="Urbanist"/>
              </a:rPr>
            </a:br>
            <a:endParaRPr sz="1200">
              <a:solidFill>
                <a:schemeClr val="lt1"/>
              </a:solidFill>
              <a:latin typeface="Urbanist"/>
              <a:ea typeface="Urbanist"/>
              <a:cs typeface="Urbanist"/>
              <a:sym typeface="Urbanist"/>
            </a:endParaRPr>
          </a:p>
          <a:p>
            <a:pPr indent="0" lvl="0" marL="0" rtl="0" algn="l">
              <a:spcBef>
                <a:spcPts val="0"/>
              </a:spcBef>
              <a:spcAft>
                <a:spcPts val="0"/>
              </a:spcAft>
              <a:buNone/>
            </a:pPr>
            <a:r>
              <a:rPr lang="en" sz="1200">
                <a:solidFill>
                  <a:schemeClr val="lt1"/>
                </a:solidFill>
                <a:latin typeface="Urbanist"/>
                <a:ea typeface="Urbanist"/>
                <a:cs typeface="Urbanist"/>
                <a:sym typeface="Urbanist"/>
              </a:rPr>
              <a:t>RAX=&gt;local_28,[RBP + -0x20]</a:t>
            </a:r>
            <a:br>
              <a:rPr lang="en" sz="1200">
                <a:solidFill>
                  <a:schemeClr val="lt1"/>
                </a:solidFill>
                <a:latin typeface="Urbanist"/>
                <a:ea typeface="Urbanist"/>
                <a:cs typeface="Urbanist"/>
                <a:sym typeface="Urbanist"/>
              </a:rPr>
            </a:br>
            <a:br>
              <a:rPr lang="en" sz="1200">
                <a:solidFill>
                  <a:schemeClr val="lt1"/>
                </a:solidFill>
                <a:latin typeface="Urbanist"/>
                <a:ea typeface="Urbanist"/>
                <a:cs typeface="Urbanist"/>
                <a:sym typeface="Urbanist"/>
              </a:rPr>
            </a:br>
            <a:r>
              <a:rPr lang="en" sz="1200">
                <a:solidFill>
                  <a:schemeClr val="lt1"/>
                </a:solidFill>
                <a:latin typeface="Urbanist"/>
                <a:ea typeface="Urbanist"/>
                <a:cs typeface="Urbanist"/>
                <a:sym typeface="Urbanist"/>
              </a:rPr>
              <a:t>На кратко това означава че се заделят 32 байта за променливата local_28 преди регистъра RBP.</a:t>
            </a:r>
            <a:endParaRPr sz="1200">
              <a:solidFill>
                <a:schemeClr val="lt1"/>
              </a:solidFill>
              <a:latin typeface="Urbanist"/>
              <a:ea typeface="Urbanist"/>
              <a:cs typeface="Urbanist"/>
              <a:sym typeface="Urbanist"/>
            </a:endParaRPr>
          </a:p>
          <a:p>
            <a:pPr indent="0" lvl="0" marL="0" rtl="0" algn="l">
              <a:spcBef>
                <a:spcPts val="0"/>
              </a:spcBef>
              <a:spcAft>
                <a:spcPts val="0"/>
              </a:spcAft>
              <a:buNone/>
            </a:pPr>
            <a:r>
              <a:rPr lang="en" sz="1200">
                <a:solidFill>
                  <a:schemeClr val="lt1"/>
                </a:solidFill>
                <a:latin typeface="Urbanist"/>
                <a:ea typeface="Urbanist"/>
                <a:cs typeface="Urbanist"/>
                <a:sym typeface="Urbanist"/>
              </a:rPr>
              <a:t>RBP означава base pointer. Това е регистър, който служи като ориентир за текущата функция в stack-а. Чрез него програмата намира локалните променливи и важните стойности около тях.</a:t>
            </a:r>
            <a:endParaRPr sz="1200">
              <a:solidFill>
                <a:schemeClr val="lt1"/>
              </a:solidFill>
              <a:latin typeface="Urbanist"/>
              <a:ea typeface="Urbanist"/>
              <a:cs typeface="Urbanist"/>
              <a:sym typeface="Urbanist"/>
            </a:endParaRPr>
          </a:p>
          <a:p>
            <a:pPr indent="0" lvl="0" marL="0" rtl="0" algn="l">
              <a:spcBef>
                <a:spcPts val="0"/>
              </a:spcBef>
              <a:spcAft>
                <a:spcPts val="0"/>
              </a:spcAft>
              <a:buNone/>
            </a:pPr>
            <a:r>
              <a:t/>
            </a:r>
            <a:endParaRPr sz="1200">
              <a:solidFill>
                <a:schemeClr val="lt1"/>
              </a:solidFill>
              <a:latin typeface="Urbanist"/>
              <a:ea typeface="Urbanist"/>
              <a:cs typeface="Urbanist"/>
              <a:sym typeface="Urbanist"/>
            </a:endParaRPr>
          </a:p>
          <a:p>
            <a:pPr indent="0" lvl="0" marL="0" rtl="0" algn="l">
              <a:spcBef>
                <a:spcPts val="0"/>
              </a:spcBef>
              <a:spcAft>
                <a:spcPts val="0"/>
              </a:spcAft>
              <a:buNone/>
            </a:pPr>
            <a:r>
              <a:rPr lang="en" sz="1200">
                <a:solidFill>
                  <a:schemeClr val="lt1"/>
                </a:solidFill>
                <a:latin typeface="Urbanist"/>
                <a:ea typeface="Urbanist"/>
                <a:cs typeface="Urbanist"/>
                <a:sym typeface="Urbanist"/>
              </a:rPr>
              <a:t>При извикване на нова функция, в този случай pwnme(), старият RBP на предишната функция main() се запазва в stack-а като saved RBP. След RBP e return адреса принципно, който ние трявбва да променим за прескочим на фунцкията ret2win() за да прочетем файла. RBP e 8 байта и return адреса също е 8 означавайки че ни трябва 16 байта след буфера.</a:t>
            </a:r>
            <a:br>
              <a:rPr lang="en" sz="1200">
                <a:solidFill>
                  <a:schemeClr val="lt1"/>
                </a:solidFill>
                <a:latin typeface="Urbanist"/>
                <a:ea typeface="Urbanist"/>
                <a:cs typeface="Urbanist"/>
                <a:sym typeface="Urbanist"/>
              </a:rPr>
            </a:br>
            <a:endParaRPr sz="1200">
              <a:solidFill>
                <a:schemeClr val="lt1"/>
              </a:solidFill>
              <a:latin typeface="Urbanist"/>
              <a:ea typeface="Urbanist"/>
              <a:cs typeface="Urbanist"/>
              <a:sym typeface="Urbanist"/>
            </a:endParaRPr>
          </a:p>
        </p:txBody>
      </p:sp>
      <p:pic>
        <p:nvPicPr>
          <p:cNvPr id="538" name="Google Shape;538;p49"/>
          <p:cNvPicPr preferRelativeResize="0"/>
          <p:nvPr/>
        </p:nvPicPr>
        <p:blipFill>
          <a:blip r:embed="rId3">
            <a:alphaModFix/>
          </a:blip>
          <a:stretch>
            <a:fillRect/>
          </a:stretch>
        </p:blipFill>
        <p:spPr>
          <a:xfrm>
            <a:off x="3867963" y="190113"/>
            <a:ext cx="5210175" cy="107632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2" name="Shape 542"/>
        <p:cNvGrpSpPr/>
        <p:nvPr/>
      </p:nvGrpSpPr>
      <p:grpSpPr>
        <a:xfrm>
          <a:off x="0" y="0"/>
          <a:ext cx="0" cy="0"/>
          <a:chOff x="0" y="0"/>
          <a:chExt cx="0" cy="0"/>
        </a:xfrm>
      </p:grpSpPr>
      <p:sp>
        <p:nvSpPr>
          <p:cNvPr id="543" name="Google Shape;543;p50"/>
          <p:cNvSpPr txBox="1"/>
          <p:nvPr>
            <p:ph type="title"/>
          </p:nvPr>
        </p:nvSpPr>
        <p:spPr>
          <a:xfrm>
            <a:off x="184275" y="190125"/>
            <a:ext cx="4500900" cy="981900"/>
          </a:xfrm>
          <a:prstGeom prst="rect">
            <a:avLst/>
          </a:prstGeom>
        </p:spPr>
        <p:txBody>
          <a:bodyPr anchorCtr="0" anchor="t" bIns="91425" lIns="0" spcFirstLastPara="1" rIns="91425" wrap="square" tIns="0">
            <a:spAutoFit/>
          </a:bodyPr>
          <a:lstStyle/>
          <a:p>
            <a:pPr indent="0" lvl="0" marL="0" rtl="0" algn="l">
              <a:spcBef>
                <a:spcPts val="0"/>
              </a:spcBef>
              <a:spcAft>
                <a:spcPts val="0"/>
              </a:spcAft>
              <a:buNone/>
            </a:pPr>
            <a:r>
              <a:rPr lang="en"/>
              <a:t>Стъпка 4: Тестване с предсказуеми данни</a:t>
            </a:r>
            <a:endParaRPr/>
          </a:p>
        </p:txBody>
      </p:sp>
      <p:sp>
        <p:nvSpPr>
          <p:cNvPr id="544" name="Google Shape;544;p50"/>
          <p:cNvSpPr txBox="1"/>
          <p:nvPr/>
        </p:nvSpPr>
        <p:spPr>
          <a:xfrm>
            <a:off x="75950" y="1315325"/>
            <a:ext cx="5363100" cy="3137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lt1"/>
                </a:solidFill>
                <a:latin typeface="Urbanist"/>
                <a:ea typeface="Urbanist"/>
                <a:cs typeface="Urbanist"/>
                <a:sym typeface="Urbanist"/>
              </a:rPr>
              <a:t>С командата gdb може да гледаме как се променят адресите в реално време</a:t>
            </a:r>
            <a:endParaRPr sz="1200">
              <a:solidFill>
                <a:schemeClr val="lt1"/>
              </a:solidFill>
              <a:latin typeface="Urbanist"/>
              <a:ea typeface="Urbanist"/>
              <a:cs typeface="Urbanist"/>
              <a:sym typeface="Urbanist"/>
            </a:endParaRPr>
          </a:p>
          <a:p>
            <a:pPr indent="0" lvl="0" marL="0" rtl="0" algn="l">
              <a:spcBef>
                <a:spcPts val="0"/>
              </a:spcBef>
              <a:spcAft>
                <a:spcPts val="0"/>
              </a:spcAft>
              <a:buNone/>
            </a:pPr>
            <a:r>
              <a:rPr lang="en" sz="1200">
                <a:solidFill>
                  <a:schemeClr val="lt1"/>
                </a:solidFill>
                <a:latin typeface="Urbanist"/>
                <a:ea typeface="Urbanist"/>
                <a:cs typeface="Urbanist"/>
                <a:sym typeface="Urbanist"/>
              </a:rPr>
              <a:t>Може да направим първичен тест в който ще вкараме 48 байта в променливата</a:t>
            </a:r>
            <a:br>
              <a:rPr lang="en" sz="1200">
                <a:solidFill>
                  <a:schemeClr val="lt1"/>
                </a:solidFill>
                <a:latin typeface="Urbanist"/>
                <a:ea typeface="Urbanist"/>
                <a:cs typeface="Urbanist"/>
                <a:sym typeface="Urbanist"/>
              </a:rPr>
            </a:br>
            <a:r>
              <a:rPr lang="en" sz="1200">
                <a:solidFill>
                  <a:schemeClr val="lt1"/>
                </a:solidFill>
                <a:latin typeface="Urbanist"/>
                <a:ea typeface="Urbanist"/>
                <a:cs typeface="Urbanist"/>
                <a:sym typeface="Urbanist"/>
              </a:rPr>
              <a:t>Това са 16 бита повече от колкото тя може да побере, това означава че два адреса ще се презапишат с нашите стойности. За да ги различаваме е най добре да използваме различни символи:</a:t>
            </a:r>
            <a:br>
              <a:rPr lang="en" sz="1200">
                <a:solidFill>
                  <a:schemeClr val="lt1"/>
                </a:solidFill>
                <a:latin typeface="Urbanist"/>
                <a:ea typeface="Urbanist"/>
                <a:cs typeface="Urbanist"/>
                <a:sym typeface="Urbanist"/>
              </a:rPr>
            </a:br>
            <a:r>
              <a:rPr lang="en" sz="1200">
                <a:solidFill>
                  <a:schemeClr val="lt1"/>
                </a:solidFill>
                <a:latin typeface="Urbanist"/>
                <a:ea typeface="Urbanist"/>
                <a:cs typeface="Urbanist"/>
                <a:sym typeface="Urbanist"/>
              </a:rPr>
              <a:t>AAAAAAAAAAAAAAAAAAAAAAAAAAAAAAAAAAAAAAAABBBBBBBB</a:t>
            </a:r>
            <a:br>
              <a:rPr lang="en" sz="1200">
                <a:solidFill>
                  <a:schemeClr val="lt1"/>
                </a:solidFill>
                <a:latin typeface="Urbanist"/>
                <a:ea typeface="Urbanist"/>
                <a:cs typeface="Urbanist"/>
                <a:sym typeface="Urbanist"/>
              </a:rPr>
            </a:br>
            <a:endParaRPr sz="1200">
              <a:solidFill>
                <a:schemeClr val="lt1"/>
              </a:solidFill>
              <a:latin typeface="Urbanist"/>
              <a:ea typeface="Urbanist"/>
              <a:cs typeface="Urbanist"/>
              <a:sym typeface="Urbanist"/>
            </a:endParaRPr>
          </a:p>
          <a:p>
            <a:pPr indent="0" lvl="0" marL="0" rtl="0" algn="l">
              <a:spcBef>
                <a:spcPts val="0"/>
              </a:spcBef>
              <a:spcAft>
                <a:spcPts val="0"/>
              </a:spcAft>
              <a:buNone/>
            </a:pPr>
            <a:r>
              <a:rPr lang="en" sz="1200">
                <a:solidFill>
                  <a:schemeClr val="lt1"/>
                </a:solidFill>
                <a:latin typeface="Urbanist"/>
                <a:ea typeface="Urbanist"/>
                <a:cs typeface="Urbanist"/>
                <a:sym typeface="Urbanist"/>
              </a:rPr>
              <a:t>			32 байта 			      8 байта ”А”       8 байта “B”</a:t>
            </a:r>
            <a:endParaRPr sz="1200">
              <a:solidFill>
                <a:schemeClr val="lt1"/>
              </a:solidFill>
              <a:latin typeface="Urbanist"/>
              <a:ea typeface="Urbanist"/>
              <a:cs typeface="Urbanist"/>
              <a:sym typeface="Urbanist"/>
            </a:endParaRPr>
          </a:p>
          <a:p>
            <a:pPr indent="0" lvl="0" marL="0" rtl="0" algn="l">
              <a:spcBef>
                <a:spcPts val="0"/>
              </a:spcBef>
              <a:spcAft>
                <a:spcPts val="0"/>
              </a:spcAft>
              <a:buNone/>
            </a:pPr>
            <a:r>
              <a:t/>
            </a:r>
            <a:endParaRPr sz="1200">
              <a:solidFill>
                <a:schemeClr val="lt1"/>
              </a:solidFill>
              <a:latin typeface="Urbanist"/>
              <a:ea typeface="Urbanist"/>
              <a:cs typeface="Urbanist"/>
              <a:sym typeface="Urbanist"/>
            </a:endParaRPr>
          </a:p>
          <a:p>
            <a:pPr indent="0" lvl="0" marL="0" rtl="0" algn="l">
              <a:spcBef>
                <a:spcPts val="0"/>
              </a:spcBef>
              <a:spcAft>
                <a:spcPts val="0"/>
              </a:spcAft>
              <a:buNone/>
            </a:pPr>
            <a:r>
              <a:t/>
            </a:r>
            <a:endParaRPr sz="1200">
              <a:solidFill>
                <a:schemeClr val="lt1"/>
              </a:solidFill>
              <a:latin typeface="Urbanist"/>
              <a:ea typeface="Urbanist"/>
              <a:cs typeface="Urbanist"/>
              <a:sym typeface="Urbanist"/>
            </a:endParaRPr>
          </a:p>
          <a:p>
            <a:pPr indent="0" lvl="0" marL="0" rtl="0" algn="l">
              <a:spcBef>
                <a:spcPts val="0"/>
              </a:spcBef>
              <a:spcAft>
                <a:spcPts val="0"/>
              </a:spcAft>
              <a:buNone/>
            </a:pPr>
            <a:r>
              <a:rPr lang="en" sz="1200">
                <a:solidFill>
                  <a:schemeClr val="lt1"/>
                </a:solidFill>
                <a:latin typeface="Urbanist"/>
                <a:ea typeface="Urbanist"/>
                <a:cs typeface="Urbanist"/>
                <a:sym typeface="Urbanist"/>
              </a:rPr>
              <a:t>                                                  Пускаме файла чрез gdp, после пишем run за да започне вървенето на файла</a:t>
            </a:r>
            <a:endParaRPr sz="1200">
              <a:solidFill>
                <a:schemeClr val="lt1"/>
              </a:solidFill>
              <a:latin typeface="Urbanist"/>
              <a:ea typeface="Urbanist"/>
              <a:cs typeface="Urbanist"/>
              <a:sym typeface="Urbanist"/>
            </a:endParaRPr>
          </a:p>
        </p:txBody>
      </p:sp>
      <p:sp>
        <p:nvSpPr>
          <p:cNvPr id="545" name="Google Shape;545;p50"/>
          <p:cNvSpPr/>
          <p:nvPr/>
        </p:nvSpPr>
        <p:spPr>
          <a:xfrm>
            <a:off x="288200" y="2978200"/>
            <a:ext cx="3089050" cy="138300"/>
          </a:xfrm>
          <a:custGeom>
            <a:rect b="b" l="l" r="r" t="t"/>
            <a:pathLst>
              <a:path extrusionOk="0" h="5532" w="123562">
                <a:moveTo>
                  <a:pt x="0" y="0"/>
                </a:moveTo>
                <a:cubicBezTo>
                  <a:pt x="4182" y="4182"/>
                  <a:pt x="11534" y="2971"/>
                  <a:pt x="17441" y="3252"/>
                </a:cubicBezTo>
                <a:cubicBezTo>
                  <a:pt x="34863" y="4080"/>
                  <a:pt x="52382" y="2393"/>
                  <a:pt x="69763" y="3843"/>
                </a:cubicBezTo>
                <a:cubicBezTo>
                  <a:pt x="83903" y="5023"/>
                  <a:pt x="98564" y="6988"/>
                  <a:pt x="112329" y="3547"/>
                </a:cubicBezTo>
                <a:cubicBezTo>
                  <a:pt x="116085" y="2608"/>
                  <a:pt x="122340" y="4265"/>
                  <a:pt x="123562" y="591"/>
                </a:cubicBezTo>
              </a:path>
            </a:pathLst>
          </a:custGeom>
          <a:noFill/>
          <a:ln cap="flat" cmpd="sng" w="9525">
            <a:solidFill>
              <a:schemeClr val="dk2"/>
            </a:solidFill>
            <a:prstDash val="solid"/>
            <a:round/>
            <a:headEnd len="med" w="med" type="none"/>
            <a:tailEnd len="med" w="med" type="none"/>
          </a:ln>
        </p:spPr>
      </p:sp>
      <p:sp>
        <p:nvSpPr>
          <p:cNvPr id="546" name="Google Shape;546;p50"/>
          <p:cNvSpPr/>
          <p:nvPr/>
        </p:nvSpPr>
        <p:spPr>
          <a:xfrm>
            <a:off x="3443800" y="2969125"/>
            <a:ext cx="724225" cy="156450"/>
          </a:xfrm>
          <a:custGeom>
            <a:rect b="b" l="l" r="r" t="t"/>
            <a:pathLst>
              <a:path extrusionOk="0" h="6258" w="28969">
                <a:moveTo>
                  <a:pt x="0" y="0"/>
                </a:moveTo>
                <a:cubicBezTo>
                  <a:pt x="7727" y="5799"/>
                  <a:pt x="25911" y="10051"/>
                  <a:pt x="28969" y="887"/>
                </a:cubicBezTo>
              </a:path>
            </a:pathLst>
          </a:custGeom>
          <a:noFill/>
          <a:ln cap="flat" cmpd="sng" w="9525">
            <a:solidFill>
              <a:srgbClr val="FF0000"/>
            </a:solidFill>
            <a:prstDash val="solid"/>
            <a:round/>
            <a:headEnd len="med" w="med" type="none"/>
            <a:tailEnd len="med" w="med" type="none"/>
          </a:ln>
        </p:spPr>
      </p:sp>
      <p:sp>
        <p:nvSpPr>
          <p:cNvPr id="547" name="Google Shape;547;p50"/>
          <p:cNvSpPr/>
          <p:nvPr/>
        </p:nvSpPr>
        <p:spPr>
          <a:xfrm>
            <a:off x="4283788" y="2969125"/>
            <a:ext cx="576425" cy="79850"/>
          </a:xfrm>
          <a:custGeom>
            <a:rect b="b" l="l" r="r" t="t"/>
            <a:pathLst>
              <a:path extrusionOk="0" h="3194" w="23057">
                <a:moveTo>
                  <a:pt x="0" y="0"/>
                </a:moveTo>
                <a:cubicBezTo>
                  <a:pt x="6007" y="4804"/>
                  <a:pt x="15761" y="3321"/>
                  <a:pt x="23057" y="886"/>
                </a:cubicBezTo>
              </a:path>
            </a:pathLst>
          </a:custGeom>
          <a:noFill/>
          <a:ln cap="flat" cmpd="sng" w="9525">
            <a:solidFill>
              <a:srgbClr val="00FFFF"/>
            </a:solidFill>
            <a:prstDash val="solid"/>
            <a:round/>
            <a:headEnd len="med" w="med" type="none"/>
            <a:tailEnd len="med" w="med" type="none"/>
          </a:ln>
        </p:spPr>
      </p:sp>
      <p:pic>
        <p:nvPicPr>
          <p:cNvPr id="548" name="Google Shape;548;p50"/>
          <p:cNvPicPr preferRelativeResize="0"/>
          <p:nvPr/>
        </p:nvPicPr>
        <p:blipFill>
          <a:blip r:embed="rId3">
            <a:alphaModFix/>
          </a:blip>
          <a:stretch>
            <a:fillRect/>
          </a:stretch>
        </p:blipFill>
        <p:spPr>
          <a:xfrm>
            <a:off x="149850" y="3620525"/>
            <a:ext cx="1857375" cy="247650"/>
          </a:xfrm>
          <a:prstGeom prst="rect">
            <a:avLst/>
          </a:prstGeom>
          <a:noFill/>
          <a:ln>
            <a:noFill/>
          </a:ln>
        </p:spPr>
      </p:pic>
      <p:pic>
        <p:nvPicPr>
          <p:cNvPr id="549" name="Google Shape;549;p50"/>
          <p:cNvPicPr preferRelativeResize="0"/>
          <p:nvPr/>
        </p:nvPicPr>
        <p:blipFill>
          <a:blip r:embed="rId4">
            <a:alphaModFix/>
          </a:blip>
          <a:stretch>
            <a:fillRect/>
          </a:stretch>
        </p:blipFill>
        <p:spPr>
          <a:xfrm>
            <a:off x="5643175" y="190125"/>
            <a:ext cx="3400150" cy="2133013"/>
          </a:xfrm>
          <a:prstGeom prst="rect">
            <a:avLst/>
          </a:prstGeom>
          <a:noFill/>
          <a:ln>
            <a:noFill/>
          </a:ln>
        </p:spPr>
      </p:pic>
      <p:sp>
        <p:nvSpPr>
          <p:cNvPr id="550" name="Google Shape;550;p50"/>
          <p:cNvSpPr txBox="1"/>
          <p:nvPr/>
        </p:nvSpPr>
        <p:spPr>
          <a:xfrm>
            <a:off x="5683000" y="2424100"/>
            <a:ext cx="3318000" cy="2031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chemeClr val="lt1"/>
                </a:solidFill>
                <a:latin typeface="Urbanist"/>
                <a:ea typeface="Urbanist"/>
                <a:cs typeface="Urbanist"/>
                <a:sym typeface="Urbanist"/>
              </a:rPr>
              <a:t>Програмата крашва: seg fault понеже сме сменили адресите на </a:t>
            </a:r>
            <a:r>
              <a:rPr lang="en" sz="1200">
                <a:solidFill>
                  <a:schemeClr val="lt1"/>
                </a:solidFill>
                <a:latin typeface="Urbanist"/>
                <a:ea typeface="Urbanist"/>
                <a:cs typeface="Urbanist"/>
                <a:sym typeface="Urbanist"/>
              </a:rPr>
              <a:t>произволни</a:t>
            </a:r>
            <a:r>
              <a:rPr lang="en" sz="1200">
                <a:solidFill>
                  <a:schemeClr val="lt1"/>
                </a:solidFill>
                <a:latin typeface="Urbanist"/>
                <a:ea typeface="Urbanist"/>
                <a:cs typeface="Urbanist"/>
                <a:sym typeface="Urbanist"/>
              </a:rPr>
              <a:t> стойности.</a:t>
            </a:r>
            <a:br>
              <a:rPr lang="en" sz="1200">
                <a:solidFill>
                  <a:schemeClr val="lt1"/>
                </a:solidFill>
                <a:latin typeface="Urbanist"/>
                <a:ea typeface="Urbanist"/>
                <a:cs typeface="Urbanist"/>
                <a:sym typeface="Urbanist"/>
              </a:rPr>
            </a:br>
            <a:r>
              <a:rPr lang="en" sz="1200">
                <a:solidFill>
                  <a:schemeClr val="lt1"/>
                </a:solidFill>
                <a:latin typeface="Urbanist"/>
                <a:ea typeface="Urbanist"/>
                <a:cs typeface="Urbanist"/>
                <a:sym typeface="Urbanist"/>
              </a:rPr>
              <a:t>Първо да погледнем rbp:</a:t>
            </a:r>
            <a:br>
              <a:rPr lang="en" sz="1200">
                <a:solidFill>
                  <a:schemeClr val="lt1"/>
                </a:solidFill>
                <a:latin typeface="Urbanist"/>
                <a:ea typeface="Urbanist"/>
                <a:cs typeface="Urbanist"/>
                <a:sym typeface="Urbanist"/>
              </a:rPr>
            </a:br>
            <a:r>
              <a:rPr lang="en" sz="1200">
                <a:solidFill>
                  <a:schemeClr val="lt1"/>
                </a:solidFill>
                <a:latin typeface="Urbanist"/>
                <a:ea typeface="Urbanist"/>
                <a:cs typeface="Urbanist"/>
                <a:sym typeface="Urbanist"/>
              </a:rPr>
              <a:t>Стойносто на rbp в момента е 0x4141414141414141 което кат оконверитраме от hex към текст е “A” (41 = A).</a:t>
            </a:r>
            <a:br>
              <a:rPr lang="en" sz="1200">
                <a:solidFill>
                  <a:schemeClr val="lt1"/>
                </a:solidFill>
                <a:latin typeface="Urbanist"/>
                <a:ea typeface="Urbanist"/>
                <a:cs typeface="Urbanist"/>
                <a:sym typeface="Urbanist"/>
              </a:rPr>
            </a:br>
            <a:r>
              <a:rPr lang="en" sz="1200">
                <a:solidFill>
                  <a:schemeClr val="lt1"/>
                </a:solidFill>
                <a:latin typeface="Urbanist"/>
                <a:ea typeface="Urbanist"/>
                <a:cs typeface="Urbanist"/>
                <a:sym typeface="Urbanist"/>
              </a:rPr>
              <a:t>RSP е stack pointer който сочи към върха на stack-a където е return адреса</a:t>
            </a:r>
            <a:br>
              <a:rPr lang="en" sz="1200">
                <a:solidFill>
                  <a:schemeClr val="lt1"/>
                </a:solidFill>
                <a:latin typeface="Urbanist"/>
                <a:ea typeface="Urbanist"/>
                <a:cs typeface="Urbanist"/>
                <a:sym typeface="Urbanist"/>
              </a:rPr>
            </a:br>
            <a:br>
              <a:rPr lang="en" sz="1200">
                <a:solidFill>
                  <a:schemeClr val="lt1"/>
                </a:solidFill>
                <a:latin typeface="Urbanist"/>
                <a:ea typeface="Urbanist"/>
                <a:cs typeface="Urbanist"/>
                <a:sym typeface="Urbanist"/>
              </a:rPr>
            </a:br>
            <a:endParaRPr sz="1200">
              <a:solidFill>
                <a:schemeClr val="lt1"/>
              </a:solidFill>
              <a:latin typeface="Urbanist"/>
              <a:ea typeface="Urbanist"/>
              <a:cs typeface="Urbanist"/>
              <a:sym typeface="Urbanist"/>
            </a:endParaRPr>
          </a:p>
        </p:txBody>
      </p:sp>
      <p:pic>
        <p:nvPicPr>
          <p:cNvPr id="551" name="Google Shape;551;p50"/>
          <p:cNvPicPr preferRelativeResize="0"/>
          <p:nvPr/>
        </p:nvPicPr>
        <p:blipFill>
          <a:blip r:embed="rId5">
            <a:alphaModFix/>
          </a:blip>
          <a:stretch>
            <a:fillRect/>
          </a:stretch>
        </p:blipFill>
        <p:spPr>
          <a:xfrm>
            <a:off x="228600" y="4030825"/>
            <a:ext cx="2952750" cy="381000"/>
          </a:xfrm>
          <a:prstGeom prst="rect">
            <a:avLst/>
          </a:prstGeom>
          <a:noFill/>
          <a:ln>
            <a:noFill/>
          </a:ln>
        </p:spPr>
      </p:pic>
      <p:sp>
        <p:nvSpPr>
          <p:cNvPr id="552" name="Google Shape;552;p50"/>
          <p:cNvSpPr/>
          <p:nvPr/>
        </p:nvSpPr>
        <p:spPr>
          <a:xfrm>
            <a:off x="133025" y="4574475"/>
            <a:ext cx="8868000" cy="465600"/>
          </a:xfrm>
          <a:prstGeom prst="rect">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cxnSp>
        <p:nvCxnSpPr>
          <p:cNvPr id="553" name="Google Shape;553;p50"/>
          <p:cNvCxnSpPr/>
          <p:nvPr/>
        </p:nvCxnSpPr>
        <p:spPr>
          <a:xfrm flipH="1">
            <a:off x="3591625" y="3776325"/>
            <a:ext cx="1973100" cy="399000"/>
          </a:xfrm>
          <a:prstGeom prst="straightConnector1">
            <a:avLst/>
          </a:prstGeom>
          <a:noFill/>
          <a:ln cap="flat" cmpd="sng" w="9525">
            <a:solidFill>
              <a:srgbClr val="FF0000"/>
            </a:solidFill>
            <a:prstDash val="solid"/>
            <a:round/>
            <a:headEnd len="med" w="med" type="none"/>
            <a:tailEnd len="med" w="med" type="triangle"/>
          </a:ln>
        </p:spPr>
      </p:cxnSp>
      <p:sp>
        <p:nvSpPr>
          <p:cNvPr id="554" name="Google Shape;554;p50"/>
          <p:cNvSpPr txBox="1"/>
          <p:nvPr/>
        </p:nvSpPr>
        <p:spPr>
          <a:xfrm>
            <a:off x="214300" y="4559675"/>
            <a:ext cx="8580000" cy="381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lt1"/>
                </a:solidFill>
                <a:latin typeface="Urbanist"/>
                <a:ea typeface="Urbanist"/>
                <a:cs typeface="Urbanist"/>
                <a:sym typeface="Urbanist"/>
              </a:rPr>
              <a:t>Можем да видим към какъв адрес сочи с x/gx $rsp (x - examine memory | gx - show 8 bytes in a hexadecimal format)</a:t>
            </a:r>
            <a:endParaRPr sz="1200">
              <a:solidFill>
                <a:schemeClr val="lt1"/>
              </a:solidFill>
              <a:latin typeface="Urbanist"/>
              <a:ea typeface="Urbanist"/>
              <a:cs typeface="Urbanist"/>
              <a:sym typeface="Urbanist"/>
            </a:endParaRPr>
          </a:p>
        </p:txBody>
      </p:sp>
      <p:sp>
        <p:nvSpPr>
          <p:cNvPr id="555" name="Google Shape;555;p50"/>
          <p:cNvSpPr txBox="1"/>
          <p:nvPr/>
        </p:nvSpPr>
        <p:spPr>
          <a:xfrm>
            <a:off x="3924125" y="4278850"/>
            <a:ext cx="5254500" cy="295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lt1"/>
                </a:solidFill>
                <a:latin typeface="Urbanist"/>
                <a:ea typeface="Urbanist"/>
                <a:cs typeface="Urbanist"/>
                <a:sym typeface="Urbanist"/>
              </a:rPr>
              <a:t>Виждаме че стойността е 0x4242424242424242 което са нашите “B”-та</a:t>
            </a:r>
            <a:endParaRPr sz="1200">
              <a:solidFill>
                <a:schemeClr val="lt1"/>
              </a:solidFill>
              <a:latin typeface="Urbanist"/>
              <a:ea typeface="Urbanist"/>
              <a:cs typeface="Urbanist"/>
              <a:sym typeface="Urbanist"/>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9" name="Shape 559"/>
        <p:cNvGrpSpPr/>
        <p:nvPr/>
      </p:nvGrpSpPr>
      <p:grpSpPr>
        <a:xfrm>
          <a:off x="0" y="0"/>
          <a:ext cx="0" cy="0"/>
          <a:chOff x="0" y="0"/>
          <a:chExt cx="0" cy="0"/>
        </a:xfrm>
      </p:grpSpPr>
      <p:sp>
        <p:nvSpPr>
          <p:cNvPr id="560" name="Google Shape;560;p51"/>
          <p:cNvSpPr txBox="1"/>
          <p:nvPr>
            <p:ph type="title"/>
          </p:nvPr>
        </p:nvSpPr>
        <p:spPr>
          <a:xfrm>
            <a:off x="184275" y="190125"/>
            <a:ext cx="8731200" cy="981900"/>
          </a:xfrm>
          <a:prstGeom prst="rect">
            <a:avLst/>
          </a:prstGeom>
        </p:spPr>
        <p:txBody>
          <a:bodyPr anchorCtr="0" anchor="t" bIns="91425" lIns="0" spcFirstLastPara="1" rIns="91425" wrap="square" tIns="0">
            <a:spAutoFit/>
          </a:bodyPr>
          <a:lstStyle/>
          <a:p>
            <a:pPr indent="0" lvl="0" marL="0" rtl="0" algn="l">
              <a:spcBef>
                <a:spcPts val="0"/>
              </a:spcBef>
              <a:spcAft>
                <a:spcPts val="0"/>
              </a:spcAft>
              <a:buNone/>
            </a:pPr>
            <a:r>
              <a:rPr lang="en"/>
              <a:t>Стъпка 5: намиране на return адреса и създаване на payload-a</a:t>
            </a:r>
            <a:endParaRPr/>
          </a:p>
        </p:txBody>
      </p:sp>
      <p:sp>
        <p:nvSpPr>
          <p:cNvPr id="561" name="Google Shape;561;p51"/>
          <p:cNvSpPr txBox="1"/>
          <p:nvPr/>
        </p:nvSpPr>
        <p:spPr>
          <a:xfrm>
            <a:off x="184275" y="1182450"/>
            <a:ext cx="4666500" cy="2778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lt1"/>
                </a:solidFill>
                <a:latin typeface="Urbanist"/>
                <a:ea typeface="Urbanist"/>
                <a:cs typeface="Urbanist"/>
                <a:sym typeface="Urbanist"/>
              </a:rPr>
              <a:t>Успешно манипулирахме return адреса, следващата стъпка е да намерим какъв е return адреса на ret2win() и да го сложим в rsp.  Това лесно можем да го направим с “gdb”. Виждаме че return адреса е 0x0000000000400756. Понеже входа стана дълъг, може да ползваме python блиблиотека pwn</a:t>
            </a:r>
            <a:br>
              <a:rPr lang="en" sz="1200">
                <a:solidFill>
                  <a:schemeClr val="lt1"/>
                </a:solidFill>
                <a:latin typeface="Urbanist"/>
                <a:ea typeface="Urbanist"/>
                <a:cs typeface="Urbanist"/>
                <a:sym typeface="Urbanist"/>
              </a:rPr>
            </a:br>
            <a:endParaRPr sz="1200">
              <a:solidFill>
                <a:schemeClr val="lt1"/>
              </a:solidFill>
              <a:latin typeface="Urbanist"/>
              <a:ea typeface="Urbanist"/>
              <a:cs typeface="Urbanist"/>
              <a:sym typeface="Urbanist"/>
            </a:endParaRPr>
          </a:p>
          <a:p>
            <a:pPr indent="0" lvl="0" marL="0" rtl="0" algn="l">
              <a:spcBef>
                <a:spcPts val="0"/>
              </a:spcBef>
              <a:spcAft>
                <a:spcPts val="0"/>
              </a:spcAft>
              <a:buNone/>
            </a:pPr>
            <a:r>
              <a:t/>
            </a:r>
            <a:endParaRPr sz="1200">
              <a:solidFill>
                <a:schemeClr val="lt1"/>
              </a:solidFill>
              <a:latin typeface="Urbanist"/>
              <a:ea typeface="Urbanist"/>
              <a:cs typeface="Urbanist"/>
              <a:sym typeface="Urbanist"/>
            </a:endParaRPr>
          </a:p>
          <a:p>
            <a:pPr indent="0" lvl="0" marL="0" rtl="0" algn="l">
              <a:spcBef>
                <a:spcPts val="0"/>
              </a:spcBef>
              <a:spcAft>
                <a:spcPts val="0"/>
              </a:spcAft>
              <a:buNone/>
            </a:pPr>
            <a:r>
              <a:t/>
            </a:r>
            <a:endParaRPr sz="1200">
              <a:solidFill>
                <a:schemeClr val="lt1"/>
              </a:solidFill>
              <a:latin typeface="Urbanist"/>
              <a:ea typeface="Urbanist"/>
              <a:cs typeface="Urbanist"/>
              <a:sym typeface="Urbanist"/>
            </a:endParaRPr>
          </a:p>
          <a:p>
            <a:pPr indent="0" lvl="0" marL="0" rtl="0" algn="l">
              <a:spcBef>
                <a:spcPts val="0"/>
              </a:spcBef>
              <a:spcAft>
                <a:spcPts val="0"/>
              </a:spcAft>
              <a:buNone/>
            </a:pPr>
            <a:r>
              <a:t/>
            </a:r>
            <a:endParaRPr sz="1200">
              <a:solidFill>
                <a:schemeClr val="lt1"/>
              </a:solidFill>
              <a:latin typeface="Urbanist"/>
              <a:ea typeface="Urbanist"/>
              <a:cs typeface="Urbanist"/>
              <a:sym typeface="Urbanist"/>
            </a:endParaRPr>
          </a:p>
          <a:p>
            <a:pPr indent="0" lvl="0" marL="0" rtl="0" algn="l">
              <a:spcBef>
                <a:spcPts val="0"/>
              </a:spcBef>
              <a:spcAft>
                <a:spcPts val="0"/>
              </a:spcAft>
              <a:buNone/>
            </a:pPr>
            <a:r>
              <a:rPr lang="en" sz="1200">
                <a:solidFill>
                  <a:schemeClr val="lt1"/>
                </a:solidFill>
                <a:latin typeface="Urbanist"/>
                <a:ea typeface="Urbanist"/>
                <a:cs typeface="Urbanist"/>
                <a:sym typeface="Urbanist"/>
              </a:rPr>
              <a:t>Импортираме билиблиотеката, със sys.stdout изхода на </a:t>
            </a:r>
            <a:r>
              <a:rPr lang="en" sz="1200">
                <a:solidFill>
                  <a:schemeClr val="lt1"/>
                </a:solidFill>
                <a:latin typeface="Urbanist"/>
                <a:ea typeface="Urbanist"/>
                <a:cs typeface="Urbanist"/>
                <a:sym typeface="Urbanist"/>
              </a:rPr>
              <a:t>програмата</a:t>
            </a:r>
            <a:r>
              <a:rPr lang="en" sz="1200">
                <a:solidFill>
                  <a:schemeClr val="lt1"/>
                </a:solidFill>
                <a:latin typeface="Urbanist"/>
                <a:ea typeface="Urbanist"/>
                <a:cs typeface="Urbanist"/>
                <a:sym typeface="Urbanist"/>
              </a:rPr>
              <a:t> се вкарва във входа, за да избегнем formatting грешки.</a:t>
            </a:r>
            <a:endParaRPr sz="1200">
              <a:solidFill>
                <a:schemeClr val="lt1"/>
              </a:solidFill>
              <a:latin typeface="Urbanist"/>
              <a:ea typeface="Urbanist"/>
              <a:cs typeface="Urbanist"/>
              <a:sym typeface="Urbanist"/>
            </a:endParaRPr>
          </a:p>
          <a:p>
            <a:pPr indent="0" lvl="0" marL="0" rtl="0" algn="l">
              <a:spcBef>
                <a:spcPts val="0"/>
              </a:spcBef>
              <a:spcAft>
                <a:spcPts val="0"/>
              </a:spcAft>
              <a:buNone/>
            </a:pPr>
            <a:r>
              <a:rPr lang="en" sz="1200">
                <a:solidFill>
                  <a:schemeClr val="lt1"/>
                </a:solidFill>
                <a:latin typeface="Urbanist"/>
                <a:ea typeface="Urbanist"/>
                <a:cs typeface="Urbanist"/>
                <a:sym typeface="Urbanist"/>
              </a:rPr>
              <a:t>Ползваме p64, който е специален метод за форматиране в конкретния случай за 64bit-little-endian както бяхме проверили</a:t>
            </a:r>
            <a:endParaRPr sz="1200">
              <a:solidFill>
                <a:schemeClr val="lt1"/>
              </a:solidFill>
              <a:latin typeface="Urbanist"/>
              <a:ea typeface="Urbanist"/>
              <a:cs typeface="Urbanist"/>
              <a:sym typeface="Urbanist"/>
            </a:endParaRPr>
          </a:p>
        </p:txBody>
      </p:sp>
      <p:pic>
        <p:nvPicPr>
          <p:cNvPr id="562" name="Google Shape;562;p51"/>
          <p:cNvPicPr preferRelativeResize="0"/>
          <p:nvPr/>
        </p:nvPicPr>
        <p:blipFill>
          <a:blip r:embed="rId3">
            <a:alphaModFix/>
          </a:blip>
          <a:stretch>
            <a:fillRect/>
          </a:stretch>
        </p:blipFill>
        <p:spPr>
          <a:xfrm>
            <a:off x="5006688" y="1264025"/>
            <a:ext cx="4086225" cy="809625"/>
          </a:xfrm>
          <a:prstGeom prst="rect">
            <a:avLst/>
          </a:prstGeom>
          <a:noFill/>
          <a:ln>
            <a:noFill/>
          </a:ln>
        </p:spPr>
      </p:pic>
      <p:pic>
        <p:nvPicPr>
          <p:cNvPr id="563" name="Google Shape;563;p51"/>
          <p:cNvPicPr preferRelativeResize="0"/>
          <p:nvPr/>
        </p:nvPicPr>
        <p:blipFill>
          <a:blip r:embed="rId4">
            <a:alphaModFix/>
          </a:blip>
          <a:stretch>
            <a:fillRect/>
          </a:stretch>
        </p:blipFill>
        <p:spPr>
          <a:xfrm>
            <a:off x="228600" y="2259125"/>
            <a:ext cx="8401050" cy="48577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7" name="Shape 567"/>
        <p:cNvGrpSpPr/>
        <p:nvPr/>
      </p:nvGrpSpPr>
      <p:grpSpPr>
        <a:xfrm>
          <a:off x="0" y="0"/>
          <a:ext cx="0" cy="0"/>
          <a:chOff x="0" y="0"/>
          <a:chExt cx="0" cy="0"/>
        </a:xfrm>
      </p:grpSpPr>
      <p:sp>
        <p:nvSpPr>
          <p:cNvPr id="568" name="Google Shape;568;p52"/>
          <p:cNvSpPr txBox="1"/>
          <p:nvPr>
            <p:ph type="title"/>
          </p:nvPr>
        </p:nvSpPr>
        <p:spPr>
          <a:xfrm>
            <a:off x="184275" y="190125"/>
            <a:ext cx="8731200" cy="537300"/>
          </a:xfrm>
          <a:prstGeom prst="rect">
            <a:avLst/>
          </a:prstGeom>
        </p:spPr>
        <p:txBody>
          <a:bodyPr anchorCtr="0" anchor="t" bIns="91425" lIns="0" spcFirstLastPara="1" rIns="91425" wrap="square" tIns="0">
            <a:spAutoFit/>
          </a:bodyPr>
          <a:lstStyle/>
          <a:p>
            <a:pPr indent="0" lvl="0" marL="0" rtl="0" algn="l">
              <a:spcBef>
                <a:spcPts val="0"/>
              </a:spcBef>
              <a:spcAft>
                <a:spcPts val="0"/>
              </a:spcAft>
              <a:buNone/>
            </a:pPr>
            <a:r>
              <a:rPr lang="en"/>
              <a:t>Стъпка 6: Подравняване на stack-a</a:t>
            </a:r>
            <a:endParaRPr/>
          </a:p>
        </p:txBody>
      </p:sp>
      <p:sp>
        <p:nvSpPr>
          <p:cNvPr id="569" name="Google Shape;569;p52"/>
          <p:cNvSpPr txBox="1"/>
          <p:nvPr/>
        </p:nvSpPr>
        <p:spPr>
          <a:xfrm>
            <a:off x="184275" y="2784125"/>
            <a:ext cx="8417700" cy="2128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lt1"/>
                </a:solidFill>
                <a:latin typeface="Urbanist"/>
                <a:ea typeface="Urbanist"/>
                <a:cs typeface="Urbanist"/>
                <a:sym typeface="Urbanist"/>
              </a:rPr>
              <a:t>Добри и лоши новини имаме след теста. Успяхме да принтираме първия ред от </a:t>
            </a:r>
            <a:r>
              <a:rPr lang="en" sz="1200">
                <a:solidFill>
                  <a:schemeClr val="lt1"/>
                </a:solidFill>
                <a:latin typeface="Urbanist"/>
                <a:ea typeface="Urbanist"/>
                <a:cs typeface="Urbanist"/>
                <a:sym typeface="Urbanist"/>
              </a:rPr>
              <a:t>функцията</a:t>
            </a:r>
            <a:r>
              <a:rPr lang="en" sz="1200">
                <a:solidFill>
                  <a:schemeClr val="lt1"/>
                </a:solidFill>
                <a:latin typeface="Urbanist"/>
                <a:ea typeface="Urbanist"/>
                <a:cs typeface="Urbanist"/>
                <a:sym typeface="Urbanist"/>
              </a:rPr>
              <a:t> ret2win: “Well done! Here’s your flag”. Обаче изглежда че не стигаме до втория ред, който ни трябва за да видим флага.</a:t>
            </a:r>
            <a:endParaRPr sz="1200">
              <a:solidFill>
                <a:schemeClr val="lt1"/>
              </a:solidFill>
              <a:latin typeface="Urbanist"/>
              <a:ea typeface="Urbanist"/>
              <a:cs typeface="Urbanist"/>
              <a:sym typeface="Urbanist"/>
            </a:endParaRPr>
          </a:p>
          <a:p>
            <a:pPr indent="0" lvl="0" marL="0" rtl="0" algn="l">
              <a:spcBef>
                <a:spcPts val="0"/>
              </a:spcBef>
              <a:spcAft>
                <a:spcPts val="0"/>
              </a:spcAft>
              <a:buNone/>
            </a:pPr>
            <a:r>
              <a:rPr lang="en" sz="1200">
                <a:solidFill>
                  <a:schemeClr val="lt1"/>
                </a:solidFill>
                <a:latin typeface="Urbanist"/>
                <a:ea typeface="Urbanist"/>
                <a:cs typeface="Urbanist"/>
                <a:sym typeface="Urbanist"/>
              </a:rPr>
              <a:t>Проблемът е, че при 64-bit Linux програмите stack-ът трябва да бъде правилно подравнен, особено когато се извикват функции от libc, като system().</a:t>
            </a:r>
            <a:endParaRPr sz="1200">
              <a:solidFill>
                <a:schemeClr val="lt1"/>
              </a:solidFill>
              <a:latin typeface="Urbanist"/>
              <a:ea typeface="Urbanist"/>
              <a:cs typeface="Urbanist"/>
              <a:sym typeface="Urbanist"/>
            </a:endParaRPr>
          </a:p>
          <a:p>
            <a:pPr indent="0" lvl="0" marL="0" rtl="0" algn="l">
              <a:spcBef>
                <a:spcPts val="0"/>
              </a:spcBef>
              <a:spcAft>
                <a:spcPts val="0"/>
              </a:spcAft>
              <a:buNone/>
            </a:pPr>
            <a:r>
              <a:rPr lang="en" sz="1200">
                <a:solidFill>
                  <a:schemeClr val="lt1"/>
                </a:solidFill>
                <a:latin typeface="Urbanist"/>
                <a:ea typeface="Urbanist"/>
                <a:cs typeface="Urbanist"/>
                <a:sym typeface="Urbanist"/>
              </a:rPr>
              <a:t>В ret2win() първо се изпълнява puts(), който отпечатва съобщението. След това функцията се опитва да извика system(), за да прочете flag.txt. Но понеже stack alignment-ът не е правилен, програмата crash-ва преди да изпълни успешно system().</a:t>
            </a:r>
            <a:endParaRPr sz="1200">
              <a:solidFill>
                <a:schemeClr val="lt1"/>
              </a:solidFill>
              <a:latin typeface="Urbanist"/>
              <a:ea typeface="Urbanist"/>
              <a:cs typeface="Urbanist"/>
              <a:sym typeface="Urbanist"/>
            </a:endParaRPr>
          </a:p>
          <a:p>
            <a:pPr indent="0" lvl="0" marL="0" rtl="0" algn="l">
              <a:spcBef>
                <a:spcPts val="0"/>
              </a:spcBef>
              <a:spcAft>
                <a:spcPts val="0"/>
              </a:spcAft>
              <a:buNone/>
            </a:pPr>
            <a:r>
              <a:rPr lang="en" sz="1200">
                <a:solidFill>
                  <a:schemeClr val="lt1"/>
                </a:solidFill>
                <a:latin typeface="Urbanist"/>
                <a:ea typeface="Urbanist"/>
                <a:cs typeface="Urbanist"/>
                <a:sym typeface="Urbanist"/>
              </a:rPr>
              <a:t>За да се подравни това ще означава stack pointer-ът, тоест RSP, да е подравнен по 16 байта преди извикване на функция.</a:t>
            </a:r>
            <a:br>
              <a:rPr lang="en" sz="1200">
                <a:solidFill>
                  <a:schemeClr val="lt1"/>
                </a:solidFill>
                <a:latin typeface="Urbanist"/>
                <a:ea typeface="Urbanist"/>
                <a:cs typeface="Urbanist"/>
                <a:sym typeface="Urbanist"/>
              </a:rPr>
            </a:br>
            <a:r>
              <a:rPr lang="en" sz="1200">
                <a:solidFill>
                  <a:schemeClr val="lt1"/>
                </a:solidFill>
                <a:latin typeface="Urbanist"/>
                <a:ea typeface="Urbanist"/>
                <a:cs typeface="Urbanist"/>
                <a:sym typeface="Urbanist"/>
              </a:rPr>
              <a:t>Като веднага извикаме ret2win това са само 8 байта, за късмет има един адрес, който се вика ret gadget</a:t>
            </a:r>
            <a:br>
              <a:rPr lang="en" sz="1200">
                <a:solidFill>
                  <a:schemeClr val="lt1"/>
                </a:solidFill>
                <a:latin typeface="Urbanist"/>
                <a:ea typeface="Urbanist"/>
                <a:cs typeface="Urbanist"/>
                <a:sym typeface="Urbanist"/>
              </a:rPr>
            </a:br>
            <a:r>
              <a:rPr lang="en" sz="1200">
                <a:solidFill>
                  <a:schemeClr val="lt1"/>
                </a:solidFill>
                <a:latin typeface="Urbanist"/>
                <a:ea typeface="Urbanist"/>
                <a:cs typeface="Urbanist"/>
                <a:sym typeface="Urbanist"/>
              </a:rPr>
              <a:t>е просто адрес в програмата, на който има инструкция ret. Той не е специална функция. Когато програмата скочи към него, той просто изпълнява още един ret. Плана е, променяме rsp </a:t>
            </a:r>
            <a:r>
              <a:rPr lang="en" sz="1200">
                <a:solidFill>
                  <a:schemeClr val="lt1"/>
                </a:solidFill>
                <a:latin typeface="Urbanist"/>
                <a:ea typeface="Urbanist"/>
                <a:cs typeface="Urbanist"/>
                <a:sym typeface="Urbanist"/>
              </a:rPr>
              <a:t>pointer</a:t>
            </a:r>
            <a:r>
              <a:rPr lang="en" sz="1200">
                <a:solidFill>
                  <a:schemeClr val="lt1"/>
                </a:solidFill>
                <a:latin typeface="Urbanist"/>
                <a:ea typeface="Urbanist"/>
                <a:cs typeface="Urbanist"/>
                <a:sym typeface="Urbanist"/>
              </a:rPr>
              <a:t>-a </a:t>
            </a:r>
            <a:r>
              <a:rPr lang="en" sz="1200">
                <a:solidFill>
                  <a:schemeClr val="lt1"/>
                </a:solidFill>
                <a:latin typeface="Urbanist"/>
                <a:ea typeface="Urbanist"/>
                <a:cs typeface="Urbanist"/>
                <a:sym typeface="Urbanist"/>
              </a:rPr>
              <a:t>към рет gadget, после той изпълнява return с следващия адрес който вече е ret2win, така стват 16 байта и stack-a е подравнен</a:t>
            </a:r>
            <a:r>
              <a:rPr lang="en" sz="1200">
                <a:solidFill>
                  <a:schemeClr val="lt1"/>
                </a:solidFill>
                <a:latin typeface="Urbanist"/>
                <a:ea typeface="Urbanist"/>
                <a:cs typeface="Urbanist"/>
                <a:sym typeface="Urbanist"/>
              </a:rPr>
              <a:t> </a:t>
            </a:r>
            <a:endParaRPr sz="1200">
              <a:solidFill>
                <a:schemeClr val="lt1"/>
              </a:solidFill>
              <a:latin typeface="Urbanist"/>
              <a:ea typeface="Urbanist"/>
              <a:cs typeface="Urbanist"/>
              <a:sym typeface="Urbanist"/>
            </a:endParaRPr>
          </a:p>
        </p:txBody>
      </p:sp>
      <p:pic>
        <p:nvPicPr>
          <p:cNvPr id="570" name="Google Shape;570;p52"/>
          <p:cNvPicPr preferRelativeResize="0"/>
          <p:nvPr/>
        </p:nvPicPr>
        <p:blipFill>
          <a:blip r:embed="rId3">
            <a:alphaModFix/>
          </a:blip>
          <a:stretch>
            <a:fillRect/>
          </a:stretch>
        </p:blipFill>
        <p:spPr>
          <a:xfrm>
            <a:off x="184275" y="1130885"/>
            <a:ext cx="6892350" cy="162037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4" name="Shape 574"/>
        <p:cNvGrpSpPr/>
        <p:nvPr/>
      </p:nvGrpSpPr>
      <p:grpSpPr>
        <a:xfrm>
          <a:off x="0" y="0"/>
          <a:ext cx="0" cy="0"/>
          <a:chOff x="0" y="0"/>
          <a:chExt cx="0" cy="0"/>
        </a:xfrm>
      </p:grpSpPr>
      <p:sp>
        <p:nvSpPr>
          <p:cNvPr id="575" name="Google Shape;575;p53"/>
          <p:cNvSpPr txBox="1"/>
          <p:nvPr>
            <p:ph type="title"/>
          </p:nvPr>
        </p:nvSpPr>
        <p:spPr>
          <a:xfrm>
            <a:off x="184275" y="190125"/>
            <a:ext cx="8731200" cy="537300"/>
          </a:xfrm>
          <a:prstGeom prst="rect">
            <a:avLst/>
          </a:prstGeom>
        </p:spPr>
        <p:txBody>
          <a:bodyPr anchorCtr="0" anchor="t" bIns="91425" lIns="0" spcFirstLastPara="1" rIns="91425" wrap="square" tIns="0">
            <a:spAutoFit/>
          </a:bodyPr>
          <a:lstStyle/>
          <a:p>
            <a:pPr indent="0" lvl="0" marL="0" rtl="0" algn="l">
              <a:spcBef>
                <a:spcPts val="0"/>
              </a:spcBef>
              <a:spcAft>
                <a:spcPts val="0"/>
              </a:spcAft>
              <a:buNone/>
            </a:pPr>
            <a:r>
              <a:rPr lang="en"/>
              <a:t>Стъпка 7: Изпълнение</a:t>
            </a:r>
            <a:endParaRPr/>
          </a:p>
        </p:txBody>
      </p:sp>
      <p:sp>
        <p:nvSpPr>
          <p:cNvPr id="576" name="Google Shape;576;p53"/>
          <p:cNvSpPr txBox="1"/>
          <p:nvPr/>
        </p:nvSpPr>
        <p:spPr>
          <a:xfrm>
            <a:off x="184275" y="2784125"/>
            <a:ext cx="8417700" cy="2128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200">
              <a:solidFill>
                <a:schemeClr val="lt1"/>
              </a:solidFill>
              <a:latin typeface="Urbanist"/>
              <a:ea typeface="Urbanist"/>
              <a:cs typeface="Urbanist"/>
              <a:sym typeface="Urbanist"/>
            </a:endParaRPr>
          </a:p>
        </p:txBody>
      </p:sp>
      <p:pic>
        <p:nvPicPr>
          <p:cNvPr id="577" name="Google Shape;577;p53"/>
          <p:cNvPicPr preferRelativeResize="0"/>
          <p:nvPr/>
        </p:nvPicPr>
        <p:blipFill>
          <a:blip r:embed="rId3">
            <a:alphaModFix/>
          </a:blip>
          <a:stretch>
            <a:fillRect/>
          </a:stretch>
        </p:blipFill>
        <p:spPr>
          <a:xfrm>
            <a:off x="5187350" y="905975"/>
            <a:ext cx="3895725" cy="590550"/>
          </a:xfrm>
          <a:prstGeom prst="rect">
            <a:avLst/>
          </a:prstGeom>
          <a:noFill/>
          <a:ln>
            <a:noFill/>
          </a:ln>
        </p:spPr>
      </p:pic>
      <p:pic>
        <p:nvPicPr>
          <p:cNvPr id="578" name="Google Shape;578;p53"/>
          <p:cNvPicPr preferRelativeResize="0"/>
          <p:nvPr/>
        </p:nvPicPr>
        <p:blipFill>
          <a:blip r:embed="rId4">
            <a:alphaModFix/>
          </a:blip>
          <a:stretch>
            <a:fillRect/>
          </a:stretch>
        </p:blipFill>
        <p:spPr>
          <a:xfrm>
            <a:off x="72738" y="1657350"/>
            <a:ext cx="8998524" cy="182880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2" name="Shape 582"/>
        <p:cNvGrpSpPr/>
        <p:nvPr/>
      </p:nvGrpSpPr>
      <p:grpSpPr>
        <a:xfrm>
          <a:off x="0" y="0"/>
          <a:ext cx="0" cy="0"/>
          <a:chOff x="0" y="0"/>
          <a:chExt cx="0" cy="0"/>
        </a:xfrm>
      </p:grpSpPr>
      <p:sp>
        <p:nvSpPr>
          <p:cNvPr id="583" name="Google Shape;583;p54"/>
          <p:cNvSpPr txBox="1"/>
          <p:nvPr>
            <p:ph type="title"/>
          </p:nvPr>
        </p:nvSpPr>
        <p:spPr>
          <a:xfrm>
            <a:off x="184275" y="190125"/>
            <a:ext cx="8731200" cy="537300"/>
          </a:xfrm>
          <a:prstGeom prst="rect">
            <a:avLst/>
          </a:prstGeom>
        </p:spPr>
        <p:txBody>
          <a:bodyPr anchorCtr="0" anchor="t" bIns="91425" lIns="0" spcFirstLastPara="1" rIns="91425" wrap="square" tIns="0">
            <a:spAutoFit/>
          </a:bodyPr>
          <a:lstStyle/>
          <a:p>
            <a:pPr indent="0" lvl="0" marL="0" rtl="0" algn="l">
              <a:spcBef>
                <a:spcPts val="0"/>
              </a:spcBef>
              <a:spcAft>
                <a:spcPts val="0"/>
              </a:spcAft>
              <a:buNone/>
            </a:pPr>
            <a:r>
              <a:rPr lang="en"/>
              <a:t>Заключение</a:t>
            </a:r>
            <a:endParaRPr/>
          </a:p>
        </p:txBody>
      </p:sp>
      <p:sp>
        <p:nvSpPr>
          <p:cNvPr id="584" name="Google Shape;584;p54"/>
          <p:cNvSpPr txBox="1"/>
          <p:nvPr/>
        </p:nvSpPr>
        <p:spPr>
          <a:xfrm>
            <a:off x="184275" y="2784125"/>
            <a:ext cx="8417700" cy="2128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200">
              <a:solidFill>
                <a:schemeClr val="lt1"/>
              </a:solidFill>
              <a:latin typeface="Urbanist"/>
              <a:ea typeface="Urbanist"/>
              <a:cs typeface="Urbanist"/>
              <a:sym typeface="Urbanist"/>
            </a:endParaRPr>
          </a:p>
        </p:txBody>
      </p:sp>
      <p:sp>
        <p:nvSpPr>
          <p:cNvPr id="585" name="Google Shape;585;p54"/>
          <p:cNvSpPr txBox="1"/>
          <p:nvPr/>
        </p:nvSpPr>
        <p:spPr>
          <a:xfrm>
            <a:off x="228600" y="872025"/>
            <a:ext cx="7996200" cy="314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lt1"/>
                </a:solidFill>
                <a:latin typeface="Urbanist"/>
                <a:ea typeface="Urbanist"/>
                <a:cs typeface="Urbanist"/>
                <a:sym typeface="Urbanist"/>
              </a:rPr>
              <a:t>Това беше само един пример за C exploitation, чрез който показахме как buffer overflow може да доведе до контрол върху изпълнението на програмата. В реалността има и други техники, като:</a:t>
            </a:r>
            <a:endParaRPr sz="1200">
              <a:solidFill>
                <a:schemeClr val="lt1"/>
              </a:solidFill>
              <a:latin typeface="Urbanist"/>
              <a:ea typeface="Urbanist"/>
              <a:cs typeface="Urbanist"/>
              <a:sym typeface="Urbanist"/>
            </a:endParaRPr>
          </a:p>
          <a:p>
            <a:pPr indent="0" lvl="0" marL="0" rtl="0" algn="l">
              <a:spcBef>
                <a:spcPts val="0"/>
              </a:spcBef>
              <a:spcAft>
                <a:spcPts val="0"/>
              </a:spcAft>
              <a:buNone/>
            </a:pPr>
            <a:r>
              <a:t/>
            </a:r>
            <a:endParaRPr sz="1200">
              <a:solidFill>
                <a:schemeClr val="lt1"/>
              </a:solidFill>
              <a:latin typeface="Urbanist"/>
              <a:ea typeface="Urbanist"/>
              <a:cs typeface="Urbanist"/>
              <a:sym typeface="Urbanist"/>
            </a:endParaRPr>
          </a:p>
          <a:p>
            <a:pPr indent="0" lvl="0" marL="0" rtl="0" algn="l">
              <a:spcBef>
                <a:spcPts val="0"/>
              </a:spcBef>
              <a:spcAft>
                <a:spcPts val="0"/>
              </a:spcAft>
              <a:buNone/>
            </a:pPr>
            <a:r>
              <a:rPr lang="en" sz="1200">
                <a:solidFill>
                  <a:schemeClr val="lt1"/>
                </a:solidFill>
                <a:latin typeface="Urbanist"/>
                <a:ea typeface="Urbanist"/>
                <a:cs typeface="Urbanist"/>
                <a:sym typeface="Urbanist"/>
              </a:rPr>
              <a:t>Format string attack — когато програмата използва потребителски вход директно във функции като printf, което може да доведе до leak или запис в паметта.</a:t>
            </a:r>
            <a:endParaRPr sz="1200">
              <a:solidFill>
                <a:schemeClr val="lt1"/>
              </a:solidFill>
              <a:latin typeface="Urbanist"/>
              <a:ea typeface="Urbanist"/>
              <a:cs typeface="Urbanist"/>
              <a:sym typeface="Urbanist"/>
            </a:endParaRPr>
          </a:p>
          <a:p>
            <a:pPr indent="0" lvl="0" marL="0" rtl="0" algn="l">
              <a:spcBef>
                <a:spcPts val="0"/>
              </a:spcBef>
              <a:spcAft>
                <a:spcPts val="0"/>
              </a:spcAft>
              <a:buNone/>
            </a:pPr>
            <a:r>
              <a:t/>
            </a:r>
            <a:endParaRPr sz="1200">
              <a:solidFill>
                <a:schemeClr val="lt1"/>
              </a:solidFill>
              <a:latin typeface="Urbanist"/>
              <a:ea typeface="Urbanist"/>
              <a:cs typeface="Urbanist"/>
              <a:sym typeface="Urbanist"/>
            </a:endParaRPr>
          </a:p>
          <a:p>
            <a:pPr indent="0" lvl="0" marL="0" rtl="0" algn="l">
              <a:spcBef>
                <a:spcPts val="0"/>
              </a:spcBef>
              <a:spcAft>
                <a:spcPts val="0"/>
              </a:spcAft>
              <a:buNone/>
            </a:pPr>
            <a:r>
              <a:rPr lang="en" sz="1200">
                <a:solidFill>
                  <a:schemeClr val="lt1"/>
                </a:solidFill>
                <a:latin typeface="Urbanist"/>
                <a:ea typeface="Urbanist"/>
                <a:cs typeface="Urbanist"/>
                <a:sym typeface="Urbanist"/>
              </a:rPr>
              <a:t>Heap exploitation — атаки срещу динамичната памет, например heap overflow или use after free.</a:t>
            </a:r>
            <a:endParaRPr sz="1200">
              <a:solidFill>
                <a:schemeClr val="lt1"/>
              </a:solidFill>
              <a:latin typeface="Urbanist"/>
              <a:ea typeface="Urbanist"/>
              <a:cs typeface="Urbanist"/>
              <a:sym typeface="Urbanist"/>
            </a:endParaRPr>
          </a:p>
          <a:p>
            <a:pPr indent="0" lvl="0" marL="0" rtl="0" algn="l">
              <a:spcBef>
                <a:spcPts val="0"/>
              </a:spcBef>
              <a:spcAft>
                <a:spcPts val="0"/>
              </a:spcAft>
              <a:buNone/>
            </a:pPr>
            <a:r>
              <a:t/>
            </a:r>
            <a:endParaRPr sz="1200">
              <a:solidFill>
                <a:schemeClr val="lt1"/>
              </a:solidFill>
              <a:latin typeface="Urbanist"/>
              <a:ea typeface="Urbanist"/>
              <a:cs typeface="Urbanist"/>
              <a:sym typeface="Urbanist"/>
            </a:endParaRPr>
          </a:p>
          <a:p>
            <a:pPr indent="0" lvl="0" marL="0" rtl="0" algn="l">
              <a:spcBef>
                <a:spcPts val="0"/>
              </a:spcBef>
              <a:spcAft>
                <a:spcPts val="0"/>
              </a:spcAft>
              <a:buNone/>
            </a:pPr>
            <a:r>
              <a:rPr lang="en" sz="1200">
                <a:solidFill>
                  <a:schemeClr val="lt1"/>
                </a:solidFill>
                <a:latin typeface="Urbanist"/>
                <a:ea typeface="Urbanist"/>
                <a:cs typeface="Urbanist"/>
                <a:sym typeface="Urbanist"/>
              </a:rPr>
              <a:t>Use after free — когато програмата използва памет, която вече е освободена.</a:t>
            </a:r>
            <a:endParaRPr sz="1200">
              <a:solidFill>
                <a:schemeClr val="lt1"/>
              </a:solidFill>
              <a:latin typeface="Urbanist"/>
              <a:ea typeface="Urbanist"/>
              <a:cs typeface="Urbanist"/>
              <a:sym typeface="Urbanist"/>
            </a:endParaRPr>
          </a:p>
          <a:p>
            <a:pPr indent="0" lvl="0" marL="0" rtl="0" algn="l">
              <a:spcBef>
                <a:spcPts val="0"/>
              </a:spcBef>
              <a:spcAft>
                <a:spcPts val="0"/>
              </a:spcAft>
              <a:buNone/>
            </a:pPr>
            <a:r>
              <a:t/>
            </a:r>
            <a:endParaRPr sz="1200">
              <a:solidFill>
                <a:schemeClr val="lt1"/>
              </a:solidFill>
              <a:latin typeface="Urbanist"/>
              <a:ea typeface="Urbanist"/>
              <a:cs typeface="Urbanist"/>
              <a:sym typeface="Urbanist"/>
            </a:endParaRPr>
          </a:p>
          <a:p>
            <a:pPr indent="0" lvl="0" marL="0" rtl="0" algn="l">
              <a:spcBef>
                <a:spcPts val="0"/>
              </a:spcBef>
              <a:spcAft>
                <a:spcPts val="0"/>
              </a:spcAft>
              <a:buNone/>
            </a:pPr>
            <a:r>
              <a:rPr lang="en" sz="1200">
                <a:solidFill>
                  <a:schemeClr val="lt1"/>
                </a:solidFill>
                <a:latin typeface="Urbanist"/>
                <a:ea typeface="Urbanist"/>
                <a:cs typeface="Urbanist"/>
                <a:sym typeface="Urbanist"/>
              </a:rPr>
              <a:t>Integer overflow — когато число надхвърли позволения размер и това доведе до грешно заделяне или обработка на памет.</a:t>
            </a:r>
            <a:endParaRPr sz="1200">
              <a:solidFill>
                <a:schemeClr val="lt1"/>
              </a:solidFill>
              <a:latin typeface="Urbanist"/>
              <a:ea typeface="Urbanist"/>
              <a:cs typeface="Urbanist"/>
              <a:sym typeface="Urbanist"/>
            </a:endParaRPr>
          </a:p>
          <a:p>
            <a:pPr indent="0" lvl="0" marL="0" rtl="0" algn="l">
              <a:spcBef>
                <a:spcPts val="0"/>
              </a:spcBef>
              <a:spcAft>
                <a:spcPts val="0"/>
              </a:spcAft>
              <a:buNone/>
            </a:pPr>
            <a:r>
              <a:t/>
            </a:r>
            <a:endParaRPr sz="1200">
              <a:solidFill>
                <a:schemeClr val="lt1"/>
              </a:solidFill>
              <a:latin typeface="Urbanist"/>
              <a:ea typeface="Urbanist"/>
              <a:cs typeface="Urbanist"/>
              <a:sym typeface="Urbanist"/>
            </a:endParaRPr>
          </a:p>
          <a:p>
            <a:pPr indent="0" lvl="0" marL="0" rtl="0" algn="l">
              <a:spcBef>
                <a:spcPts val="0"/>
              </a:spcBef>
              <a:spcAft>
                <a:spcPts val="0"/>
              </a:spcAft>
              <a:buNone/>
            </a:pPr>
            <a:r>
              <a:rPr lang="en" sz="1200">
                <a:solidFill>
                  <a:schemeClr val="lt1"/>
                </a:solidFill>
                <a:latin typeface="Urbanist"/>
                <a:ea typeface="Urbanist"/>
                <a:cs typeface="Urbanist"/>
                <a:sym typeface="Urbanist"/>
              </a:rPr>
              <a:t>ROP chains — по-сложна версия на това, което показахме, където се навързват много gadgets, а не само един ret.</a:t>
            </a:r>
            <a:endParaRPr sz="1200">
              <a:solidFill>
                <a:schemeClr val="lt1"/>
              </a:solidFill>
              <a:latin typeface="Urbanist"/>
              <a:ea typeface="Urbanist"/>
              <a:cs typeface="Urbanist"/>
              <a:sym typeface="Urbanist"/>
            </a:endParaRPr>
          </a:p>
          <a:p>
            <a:pPr indent="0" lvl="0" marL="0" rtl="0" algn="l">
              <a:spcBef>
                <a:spcPts val="0"/>
              </a:spcBef>
              <a:spcAft>
                <a:spcPts val="0"/>
              </a:spcAft>
              <a:buNone/>
            </a:pPr>
            <a:r>
              <a:t/>
            </a:r>
            <a:endParaRPr sz="1200">
              <a:solidFill>
                <a:schemeClr val="lt1"/>
              </a:solidFill>
              <a:latin typeface="Urbanist"/>
              <a:ea typeface="Urbanist"/>
              <a:cs typeface="Urbanist"/>
              <a:sym typeface="Urbanist"/>
            </a:endParaRPr>
          </a:p>
          <a:p>
            <a:pPr indent="0" lvl="0" marL="0" rtl="0" algn="l">
              <a:spcBef>
                <a:spcPts val="0"/>
              </a:spcBef>
              <a:spcAft>
                <a:spcPts val="0"/>
              </a:spcAft>
              <a:buNone/>
            </a:pPr>
            <a:r>
              <a:t/>
            </a:r>
            <a:endParaRPr sz="1200">
              <a:solidFill>
                <a:schemeClr val="lt1"/>
              </a:solidFill>
              <a:latin typeface="Urbanist"/>
              <a:ea typeface="Urbanist"/>
              <a:cs typeface="Urbanist"/>
              <a:sym typeface="Urbanist"/>
            </a:endParaRPr>
          </a:p>
          <a:p>
            <a:pPr indent="0" lvl="0" marL="0" rtl="0" algn="l">
              <a:spcBef>
                <a:spcPts val="0"/>
              </a:spcBef>
              <a:spcAft>
                <a:spcPts val="0"/>
              </a:spcAft>
              <a:buNone/>
            </a:pPr>
            <a:r>
              <a:t/>
            </a:r>
            <a:endParaRPr sz="1200">
              <a:solidFill>
                <a:schemeClr val="lt1"/>
              </a:solidFill>
              <a:latin typeface="Urbanist"/>
              <a:ea typeface="Urbanist"/>
              <a:cs typeface="Urbanist"/>
              <a:sym typeface="Urbanist"/>
            </a:endParaRPr>
          </a:p>
          <a:p>
            <a:pPr indent="0" lvl="0" marL="0" rtl="0" algn="l">
              <a:spcBef>
                <a:spcPts val="0"/>
              </a:spcBef>
              <a:spcAft>
                <a:spcPts val="0"/>
              </a:spcAft>
              <a:buNone/>
            </a:pPr>
            <a:r>
              <a:rPr lang="en" sz="1200">
                <a:solidFill>
                  <a:schemeClr val="lt1"/>
                </a:solidFill>
                <a:latin typeface="Urbanist"/>
                <a:ea typeface="Urbanist"/>
                <a:cs typeface="Urbanist"/>
                <a:sym typeface="Urbanist"/>
              </a:rPr>
              <a:t>C exploitation е важна част от киберсигурността, защото показва как малки грешки при работа с паметта могат да се превърнат в сериозни уязвимости. Това знание е полезно не само за exploit development, но и за писане на по-сигурен код.</a:t>
            </a:r>
            <a:endParaRPr sz="1200">
              <a:solidFill>
                <a:schemeClr val="lt1"/>
              </a:solidFill>
              <a:latin typeface="Urbanist"/>
              <a:ea typeface="Urbanist"/>
              <a:cs typeface="Urbanist"/>
              <a:sym typeface="Urbanist"/>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9" name="Shape 589"/>
        <p:cNvGrpSpPr/>
        <p:nvPr/>
      </p:nvGrpSpPr>
      <p:grpSpPr>
        <a:xfrm>
          <a:off x="0" y="0"/>
          <a:ext cx="0" cy="0"/>
          <a:chOff x="0" y="0"/>
          <a:chExt cx="0" cy="0"/>
        </a:xfrm>
      </p:grpSpPr>
      <p:sp>
        <p:nvSpPr>
          <p:cNvPr id="590" name="Google Shape;590;p55"/>
          <p:cNvSpPr txBox="1"/>
          <p:nvPr>
            <p:ph type="title"/>
          </p:nvPr>
        </p:nvSpPr>
        <p:spPr>
          <a:xfrm>
            <a:off x="253350" y="188550"/>
            <a:ext cx="8731200" cy="537300"/>
          </a:xfrm>
          <a:prstGeom prst="rect">
            <a:avLst/>
          </a:prstGeom>
        </p:spPr>
        <p:txBody>
          <a:bodyPr anchorCtr="0" anchor="t" bIns="91425" lIns="0" spcFirstLastPara="1" rIns="91425" wrap="square" tIns="0">
            <a:spAutoFit/>
          </a:bodyPr>
          <a:lstStyle/>
          <a:p>
            <a:pPr indent="0" lvl="0" marL="0" rtl="0" algn="l">
              <a:spcBef>
                <a:spcPts val="0"/>
              </a:spcBef>
              <a:spcAft>
                <a:spcPts val="0"/>
              </a:spcAft>
              <a:buNone/>
            </a:pPr>
            <a:r>
              <a:rPr lang="en"/>
              <a:t>Реален пример</a:t>
            </a:r>
            <a:endParaRPr/>
          </a:p>
        </p:txBody>
      </p:sp>
      <p:sp>
        <p:nvSpPr>
          <p:cNvPr id="591" name="Google Shape;591;p55"/>
          <p:cNvSpPr txBox="1"/>
          <p:nvPr/>
        </p:nvSpPr>
        <p:spPr>
          <a:xfrm>
            <a:off x="184275" y="2784125"/>
            <a:ext cx="8417700" cy="2128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200">
              <a:solidFill>
                <a:schemeClr val="lt1"/>
              </a:solidFill>
              <a:latin typeface="Urbanist"/>
              <a:ea typeface="Urbanist"/>
              <a:cs typeface="Urbanist"/>
              <a:sym typeface="Urbanist"/>
            </a:endParaRPr>
          </a:p>
        </p:txBody>
      </p:sp>
      <p:sp>
        <p:nvSpPr>
          <p:cNvPr id="592" name="Google Shape;592;p55"/>
          <p:cNvSpPr txBox="1"/>
          <p:nvPr/>
        </p:nvSpPr>
        <p:spPr>
          <a:xfrm>
            <a:off x="228600" y="872025"/>
            <a:ext cx="7996200" cy="314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lt1"/>
                </a:solidFill>
                <a:latin typeface="Urbanist"/>
                <a:ea typeface="Urbanist"/>
                <a:cs typeface="Urbanist"/>
                <a:sym typeface="Urbanist"/>
              </a:rPr>
              <a:t>Реален пример е CVE-2023-4863 в libwebp. Това е библиотека, която обработва WebP изображения. При специално направено изображение се получава heap buffer overflow, тоест програмата записва извън позволената памет. Това може да доведе до crash, memory corruption или потенциално remote code execution. Подобни грешки се срещат в реални библиотеки, използвани от браузъри и много други приложения. </a:t>
            </a:r>
            <a:endParaRPr sz="1200">
              <a:solidFill>
                <a:schemeClr val="lt1"/>
              </a:solidFill>
              <a:latin typeface="Urbanist"/>
              <a:ea typeface="Urbanist"/>
              <a:cs typeface="Urbanist"/>
              <a:sym typeface="Urbanist"/>
            </a:endParaRPr>
          </a:p>
        </p:txBody>
      </p:sp>
      <p:pic>
        <p:nvPicPr>
          <p:cNvPr id="593" name="Google Shape;593;p55"/>
          <p:cNvPicPr preferRelativeResize="0"/>
          <p:nvPr/>
        </p:nvPicPr>
        <p:blipFill>
          <a:blip r:embed="rId3">
            <a:alphaModFix/>
          </a:blip>
          <a:stretch>
            <a:fillRect/>
          </a:stretch>
        </p:blipFill>
        <p:spPr>
          <a:xfrm>
            <a:off x="6331175" y="2420300"/>
            <a:ext cx="2758650" cy="27232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593"/>
                                        </p:tgtEl>
                                        <p:attrNameLst>
                                          <p:attrName>style.visibility</p:attrName>
                                        </p:attrNameLst>
                                      </p:cBhvr>
                                      <p:to>
                                        <p:strVal val="visible"/>
                                      </p:to>
                                    </p:set>
                                    <p:anim calcmode="lin" valueType="num">
                                      <p:cBhvr additive="base">
                                        <p:cTn dur="4200"/>
                                        <p:tgtEl>
                                          <p:spTgt spid="593"/>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7" name="Shape 597"/>
        <p:cNvGrpSpPr/>
        <p:nvPr/>
      </p:nvGrpSpPr>
      <p:grpSpPr>
        <a:xfrm>
          <a:off x="0" y="0"/>
          <a:ext cx="0" cy="0"/>
          <a:chOff x="0" y="0"/>
          <a:chExt cx="0" cy="0"/>
        </a:xfrm>
      </p:grpSpPr>
      <p:sp>
        <p:nvSpPr>
          <p:cNvPr id="598" name="Google Shape;598;p56"/>
          <p:cNvSpPr txBox="1"/>
          <p:nvPr>
            <p:ph type="title"/>
          </p:nvPr>
        </p:nvSpPr>
        <p:spPr>
          <a:xfrm>
            <a:off x="184275" y="190125"/>
            <a:ext cx="8731200" cy="537300"/>
          </a:xfrm>
          <a:prstGeom prst="rect">
            <a:avLst/>
          </a:prstGeom>
        </p:spPr>
        <p:txBody>
          <a:bodyPr anchorCtr="0" anchor="t" bIns="91425" lIns="0" spcFirstLastPara="1" rIns="91425" wrap="square" tIns="0">
            <a:spAutoFit/>
          </a:bodyPr>
          <a:lstStyle/>
          <a:p>
            <a:pPr indent="0" lvl="0" marL="0" rtl="0" algn="l">
              <a:spcBef>
                <a:spcPts val="0"/>
              </a:spcBef>
              <a:spcAft>
                <a:spcPts val="0"/>
              </a:spcAft>
              <a:buNone/>
            </a:pPr>
            <a:r>
              <a:rPr lang="en"/>
              <a:t>Забавен пример</a:t>
            </a:r>
            <a:endParaRPr/>
          </a:p>
        </p:txBody>
      </p:sp>
      <p:sp>
        <p:nvSpPr>
          <p:cNvPr id="599" name="Google Shape;599;p56"/>
          <p:cNvSpPr txBox="1"/>
          <p:nvPr/>
        </p:nvSpPr>
        <p:spPr>
          <a:xfrm>
            <a:off x="184275" y="2784125"/>
            <a:ext cx="8417700" cy="2128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200">
              <a:solidFill>
                <a:schemeClr val="lt1"/>
              </a:solidFill>
              <a:latin typeface="Urbanist"/>
              <a:ea typeface="Urbanist"/>
              <a:cs typeface="Urbanist"/>
              <a:sym typeface="Urbanist"/>
            </a:endParaRPr>
          </a:p>
        </p:txBody>
      </p:sp>
      <p:sp>
        <p:nvSpPr>
          <p:cNvPr id="600" name="Google Shape;600;p56"/>
          <p:cNvSpPr txBox="1"/>
          <p:nvPr/>
        </p:nvSpPr>
        <p:spPr>
          <a:xfrm>
            <a:off x="228600" y="872025"/>
            <a:ext cx="7996200" cy="314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200">
              <a:solidFill>
                <a:schemeClr val="lt1"/>
              </a:solidFill>
              <a:latin typeface="Urbanist"/>
              <a:ea typeface="Urbanist"/>
              <a:cs typeface="Urbanist"/>
              <a:sym typeface="Urbanist"/>
            </a:endParaRPr>
          </a:p>
        </p:txBody>
      </p:sp>
      <p:pic>
        <p:nvPicPr>
          <p:cNvPr descr="http://tasvideos.org/4315S.html" id="601" name="Google Shape;601;p56" title="[TAS] Super Mario World &quot;game end glitch&quot; in 00:41.98 by Masterjun">
            <a:hlinkClick r:id="rId3"/>
          </p:cNvPr>
          <p:cNvPicPr preferRelativeResize="0"/>
          <p:nvPr/>
        </p:nvPicPr>
        <p:blipFill>
          <a:blip r:embed="rId4">
            <a:alphaModFix/>
          </a:blip>
          <a:stretch>
            <a:fillRect/>
          </a:stretch>
        </p:blipFill>
        <p:spPr>
          <a:xfrm>
            <a:off x="712725" y="727425"/>
            <a:ext cx="6765361" cy="38055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01"/>
                                        </p:tgtEl>
                                        <p:attrNameLst>
                                          <p:attrName>style.visibility</p:attrName>
                                        </p:attrNameLst>
                                      </p:cBhvr>
                                      <p:to>
                                        <p:strVal val="visible"/>
                                      </p:to>
                                    </p:set>
                                    <p:animEffect filter="fade" transition="in">
                                      <p:cBhvr>
                                        <p:cTn dur="1000"/>
                                        <p:tgtEl>
                                          <p:spTgt spid="60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5" name="Shape 605"/>
        <p:cNvGrpSpPr/>
        <p:nvPr/>
      </p:nvGrpSpPr>
      <p:grpSpPr>
        <a:xfrm>
          <a:off x="0" y="0"/>
          <a:ext cx="0" cy="0"/>
          <a:chOff x="0" y="0"/>
          <a:chExt cx="0" cy="0"/>
        </a:xfrm>
      </p:grpSpPr>
      <p:sp>
        <p:nvSpPr>
          <p:cNvPr id="606" name="Google Shape;606;p57"/>
          <p:cNvSpPr txBox="1"/>
          <p:nvPr>
            <p:ph type="title"/>
          </p:nvPr>
        </p:nvSpPr>
        <p:spPr>
          <a:xfrm>
            <a:off x="2275700" y="2148500"/>
            <a:ext cx="8731200" cy="537300"/>
          </a:xfrm>
          <a:prstGeom prst="rect">
            <a:avLst/>
          </a:prstGeom>
        </p:spPr>
        <p:txBody>
          <a:bodyPr anchorCtr="0" anchor="t" bIns="91425" lIns="0" spcFirstLastPara="1" rIns="91425" wrap="square" tIns="0">
            <a:spAutoFit/>
          </a:bodyPr>
          <a:lstStyle/>
          <a:p>
            <a:pPr indent="0" lvl="0" marL="0" rtl="0" algn="l">
              <a:spcBef>
                <a:spcPts val="0"/>
              </a:spcBef>
              <a:spcAft>
                <a:spcPts val="0"/>
              </a:spcAft>
              <a:buNone/>
            </a:pPr>
            <a:r>
              <a:rPr lang="en"/>
              <a:t>Thank you for watching</a:t>
            </a:r>
            <a:endParaRPr/>
          </a:p>
        </p:txBody>
      </p:sp>
      <p:sp>
        <p:nvSpPr>
          <p:cNvPr id="607" name="Google Shape;607;p57"/>
          <p:cNvSpPr txBox="1"/>
          <p:nvPr/>
        </p:nvSpPr>
        <p:spPr>
          <a:xfrm>
            <a:off x="184275" y="2784125"/>
            <a:ext cx="8417700" cy="2128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200">
              <a:solidFill>
                <a:schemeClr val="lt1"/>
              </a:solidFill>
              <a:latin typeface="Urbanist"/>
              <a:ea typeface="Urbanist"/>
              <a:cs typeface="Urbanist"/>
              <a:sym typeface="Urbanist"/>
            </a:endParaRPr>
          </a:p>
        </p:txBody>
      </p:sp>
      <p:pic>
        <p:nvPicPr>
          <p:cNvPr id="608" name="Google Shape;608;p57"/>
          <p:cNvPicPr preferRelativeResize="0"/>
          <p:nvPr/>
        </p:nvPicPr>
        <p:blipFill>
          <a:blip r:embed="rId3">
            <a:alphaModFix/>
          </a:blip>
          <a:stretch>
            <a:fillRect/>
          </a:stretch>
        </p:blipFill>
        <p:spPr>
          <a:xfrm>
            <a:off x="445525" y="2608563"/>
            <a:ext cx="1884287" cy="2479326"/>
          </a:xfrm>
          <a:prstGeom prst="rect">
            <a:avLst/>
          </a:prstGeom>
          <a:noFill/>
          <a:ln>
            <a:noFill/>
          </a:ln>
        </p:spPr>
      </p:pic>
      <p:pic>
        <p:nvPicPr>
          <p:cNvPr id="609" name="Google Shape;609;p57"/>
          <p:cNvPicPr preferRelativeResize="0"/>
          <p:nvPr/>
        </p:nvPicPr>
        <p:blipFill>
          <a:blip r:embed="rId4">
            <a:alphaModFix/>
          </a:blip>
          <a:stretch>
            <a:fillRect/>
          </a:stretch>
        </p:blipFill>
        <p:spPr>
          <a:xfrm>
            <a:off x="358900" y="34175"/>
            <a:ext cx="1970900" cy="1944621"/>
          </a:xfrm>
          <a:prstGeom prst="rect">
            <a:avLst/>
          </a:prstGeom>
          <a:noFill/>
          <a:ln>
            <a:noFill/>
          </a:ln>
        </p:spPr>
      </p:pic>
      <p:pic>
        <p:nvPicPr>
          <p:cNvPr id="610" name="Google Shape;610;p57"/>
          <p:cNvPicPr preferRelativeResize="0"/>
          <p:nvPr/>
        </p:nvPicPr>
        <p:blipFill>
          <a:blip r:embed="rId5">
            <a:alphaModFix/>
          </a:blip>
          <a:stretch>
            <a:fillRect/>
          </a:stretch>
        </p:blipFill>
        <p:spPr>
          <a:xfrm>
            <a:off x="6720100" y="2724150"/>
            <a:ext cx="1707903" cy="18437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Dark Particles">
  <a:themeElements>
    <a:clrScheme name="Simple Light">
      <a:dk1>
        <a:srgbClr val="000000"/>
      </a:dk1>
      <a:lt1>
        <a:srgbClr val="FFFFFF"/>
      </a:lt1>
      <a:dk2>
        <a:srgbClr val="F5F5F5"/>
      </a:dk2>
      <a:lt2>
        <a:srgbClr val="323232"/>
      </a:lt2>
      <a:accent1>
        <a:srgbClr val="434343"/>
      </a:accent1>
      <a:accent2>
        <a:srgbClr val="252525"/>
      </a:accent2>
      <a:accent3>
        <a:srgbClr val="DEFF9A"/>
      </a:accent3>
      <a:accent4>
        <a:srgbClr val="DAFFDE"/>
      </a:accent4>
      <a:accent5>
        <a:srgbClr val="4CDC8B"/>
      </a:accent5>
      <a:accent6>
        <a:srgbClr val="4C7FDC"/>
      </a:accent6>
      <a:hlink>
        <a:srgbClr val="181818"/>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